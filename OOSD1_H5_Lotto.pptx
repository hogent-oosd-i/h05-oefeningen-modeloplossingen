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72" r:id="rId5"/>
    <p:sldId id="856" r:id="rId6"/>
    <p:sldId id="873" r:id="rId7"/>
    <p:sldId id="901" r:id="rId8"/>
    <p:sldId id="906" r:id="rId9"/>
    <p:sldId id="882" r:id="rId10"/>
    <p:sldId id="911" r:id="rId11"/>
    <p:sldId id="890" r:id="rId12"/>
    <p:sldId id="891" r:id="rId13"/>
    <p:sldId id="902" r:id="rId14"/>
    <p:sldId id="908" r:id="rId15"/>
    <p:sldId id="907" r:id="rId16"/>
    <p:sldId id="903" r:id="rId17"/>
    <p:sldId id="904" r:id="rId18"/>
    <p:sldId id="905" r:id="rId19"/>
    <p:sldId id="910" r:id="rId20"/>
    <p:sldId id="912" r:id="rId21"/>
  </p:sldIdLst>
  <p:sldSz cx="9144000" cy="5143500" type="screen16x9"/>
  <p:notesSz cx="10234613" cy="7104063"/>
  <p:embeddedFontLst>
    <p:embeddedFont>
      <p:font typeface="Montserrat" pitchFamily="2" charset="0"/>
      <p:regular r:id="rId24"/>
      <p:bold r:id="rId25"/>
      <p:italic r:id="rId26"/>
      <p:boldItalic r:id="rId27"/>
    </p:embeddedFont>
    <p:embeddedFont>
      <p:font typeface="Montserrat ExtraBold" pitchFamily="2" charset="0"/>
      <p:bold r:id="rId28"/>
      <p:boldItalic r:id="rId29"/>
    </p:embeddedFont>
    <p:embeddedFont>
      <p:font typeface="Montserrat ExtraLight" pitchFamily="2" charset="0"/>
      <p:regular r:id="rId30"/>
      <p:italic r:id="rId31"/>
    </p:embeddedFont>
    <p:embeddedFont>
      <p:font typeface="Montserrat SemiBold" pitchFamily="2" charset="0"/>
      <p:bold r:id="rId32"/>
      <p:boldItalic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9">
          <p15:clr>
            <a:srgbClr val="A4A3A4"/>
          </p15:clr>
        </p15:guide>
        <p15:guide id="2" pos="2888">
          <p15:clr>
            <a:srgbClr val="A4A3A4"/>
          </p15:clr>
        </p15:guide>
        <p15:guide id="3" orient="horz" pos="1614">
          <p15:clr>
            <a:srgbClr val="A4A3A4"/>
          </p15:clr>
        </p15:guide>
        <p15:guide id="4" pos="4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5B9BD5"/>
    <a:srgbClr val="FFFF00"/>
    <a:srgbClr val="F8F8F8"/>
    <a:srgbClr val="F6F6F6"/>
    <a:srgbClr val="FF9933"/>
    <a:srgbClr val="0070C0"/>
    <a:srgbClr val="F5A5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7E6D56-DDB6-4A0E-B562-B2D74B9DBA17}" v="1304" dt="2024-11-21T21:59:59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45" autoAdjust="0"/>
  </p:normalViewPr>
  <p:slideViewPr>
    <p:cSldViewPr snapToGrid="0" snapToObjects="1" showGuides="1">
      <p:cViewPr varScale="1">
        <p:scale>
          <a:sx n="114" d="100"/>
          <a:sy n="114" d="100"/>
        </p:scale>
        <p:origin x="114" y="558"/>
      </p:cViewPr>
      <p:guideLst>
        <p:guide orient="horz" pos="1639"/>
        <p:guide pos="2888"/>
        <p:guide orient="horz" pos="1614"/>
        <p:guide pos="4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1690"/>
    </p:cViewPr>
  </p:sorterViewPr>
  <p:notesViewPr>
    <p:cSldViewPr snapToGrid="0" snapToObjects="1">
      <p:cViewPr varScale="1">
        <p:scale>
          <a:sx n="73" d="100"/>
          <a:sy n="73" d="100"/>
        </p:scale>
        <p:origin x="405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en Spriet" userId="28c6bad0-c7dd-4315-9906-c1a71a1827bd" providerId="ADAL" clId="{19A862FE-954D-4027-A1B4-8ECAD6DA4954}"/>
    <pc:docChg chg="modSld modNotesMaster modHandout">
      <pc:chgData name="Fien Spriet" userId="28c6bad0-c7dd-4315-9906-c1a71a1827bd" providerId="ADAL" clId="{19A862FE-954D-4027-A1B4-8ECAD6DA4954}" dt="2023-11-15T21:53:28.896" v="4" actId="729"/>
      <pc:docMkLst>
        <pc:docMk/>
      </pc:docMkLst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2801008464" sldId="748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1556767461" sldId="749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1959416312" sldId="843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2625178969" sldId="856"/>
        </pc:sldMkLst>
      </pc:sldChg>
      <pc:sldChg chg="mod modShow">
        <pc:chgData name="Fien Spriet" userId="28c6bad0-c7dd-4315-9906-c1a71a1827bd" providerId="ADAL" clId="{19A862FE-954D-4027-A1B4-8ECAD6DA4954}" dt="2023-11-15T21:53:28.896" v="4" actId="729"/>
        <pc:sldMkLst>
          <pc:docMk/>
          <pc:sldMk cId="3170510318" sldId="873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711262040" sldId="880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3046164917" sldId="881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2497989783" sldId="882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3033378283" sldId="883"/>
        </pc:sldMkLst>
      </pc:sldChg>
      <pc:sldChg chg="mod modShow">
        <pc:chgData name="Fien Spriet" userId="28c6bad0-c7dd-4315-9906-c1a71a1827bd" providerId="ADAL" clId="{19A862FE-954D-4027-A1B4-8ECAD6DA4954}" dt="2023-11-15T21:53:21.488" v="2" actId="729"/>
        <pc:sldMkLst>
          <pc:docMk/>
          <pc:sldMk cId="1594068690" sldId="884"/>
        </pc:sldMkLst>
      </pc:sldChg>
      <pc:sldChg chg="mod modShow">
        <pc:chgData name="Fien Spriet" userId="28c6bad0-c7dd-4315-9906-c1a71a1827bd" providerId="ADAL" clId="{19A862FE-954D-4027-A1B4-8ECAD6DA4954}" dt="2023-11-15T21:53:24.315" v="3" actId="729"/>
        <pc:sldMkLst>
          <pc:docMk/>
          <pc:sldMk cId="2643581258" sldId="885"/>
        </pc:sldMkLst>
      </pc:sldChg>
    </pc:docChg>
  </pc:docChgLst>
  <pc:docChgLst>
    <pc:chgData name="Fien Spriet" userId="28c6bad0-c7dd-4315-9906-c1a71a1827bd" providerId="ADAL" clId="{CBBFB0D6-F553-4358-8655-769D9336AC59}"/>
    <pc:docChg chg="undo custSel addSld delSld modSld">
      <pc:chgData name="Fien Spriet" userId="28c6bad0-c7dd-4315-9906-c1a71a1827bd" providerId="ADAL" clId="{CBBFB0D6-F553-4358-8655-769D9336AC59}" dt="2023-11-15T22:25:45.384" v="58" actId="1076"/>
      <pc:docMkLst>
        <pc:docMk/>
      </pc:docMkLst>
      <pc:sldChg chg="modSp add del mod">
        <pc:chgData name="Fien Spriet" userId="28c6bad0-c7dd-4315-9906-c1a71a1827bd" providerId="ADAL" clId="{CBBFB0D6-F553-4358-8655-769D9336AC59}" dt="2023-11-15T22:24:00.197" v="45" actId="20577"/>
        <pc:sldMkLst>
          <pc:docMk/>
          <pc:sldMk cId="915807263" sldId="272"/>
        </pc:sldMkLst>
        <pc:spChg chg="mod">
          <ac:chgData name="Fien Spriet" userId="28c6bad0-c7dd-4315-9906-c1a71a1827bd" providerId="ADAL" clId="{CBBFB0D6-F553-4358-8655-769D9336AC59}" dt="2023-11-15T22:24:00.197" v="45" actId="20577"/>
          <ac:spMkLst>
            <pc:docMk/>
            <pc:sldMk cId="915807263" sldId="272"/>
            <ac:spMk id="22" creationId="{00000000-0000-0000-0000-000000000000}"/>
          </ac:spMkLst>
        </pc:spChg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8420119" sldId="689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4148530126" sldId="691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801008464" sldId="748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1556767461" sldId="749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403597265" sldId="818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0" sldId="820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1959416312" sldId="843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625178969" sldId="856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3224643763" sldId="867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732876743" sldId="868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4072291424" sldId="869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390325598" sldId="870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102216657" sldId="871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205331084" sldId="872"/>
        </pc:sldMkLst>
      </pc:sldChg>
      <pc:sldChg chg="addSp delSp modSp mod modShow">
        <pc:chgData name="Fien Spriet" userId="28c6bad0-c7dd-4315-9906-c1a71a1827bd" providerId="ADAL" clId="{CBBFB0D6-F553-4358-8655-769D9336AC59}" dt="2023-11-15T22:25:45.384" v="58" actId="1076"/>
        <pc:sldMkLst>
          <pc:docMk/>
          <pc:sldMk cId="3170510318" sldId="873"/>
        </pc:sldMkLst>
        <pc:graphicFrameChg chg="del modGraphic">
          <ac:chgData name="Fien Spriet" userId="28c6bad0-c7dd-4315-9906-c1a71a1827bd" providerId="ADAL" clId="{CBBFB0D6-F553-4358-8655-769D9336AC59}" dt="2023-11-15T22:24:40.625" v="54" actId="478"/>
          <ac:graphicFrameMkLst>
            <pc:docMk/>
            <pc:sldMk cId="3170510318" sldId="873"/>
            <ac:graphicFrameMk id="2" creationId="{B68B330D-FD8F-C145-0002-5EA399E0B4BB}"/>
          </ac:graphicFrameMkLst>
        </pc:graphicFrameChg>
        <pc:picChg chg="del mod">
          <ac:chgData name="Fien Spriet" userId="28c6bad0-c7dd-4315-9906-c1a71a1827bd" providerId="ADAL" clId="{CBBFB0D6-F553-4358-8655-769D9336AC59}" dt="2023-11-15T22:24:37.863" v="51" actId="478"/>
          <ac:picMkLst>
            <pc:docMk/>
            <pc:sldMk cId="3170510318" sldId="873"/>
            <ac:picMk id="3" creationId="{A6FC49D1-0C72-90F2-01B7-F4255133A971}"/>
          </ac:picMkLst>
        </pc:picChg>
        <pc:picChg chg="add mod">
          <ac:chgData name="Fien Spriet" userId="28c6bad0-c7dd-4315-9906-c1a71a1827bd" providerId="ADAL" clId="{CBBFB0D6-F553-4358-8655-769D9336AC59}" dt="2023-11-15T22:25:45.384" v="58" actId="1076"/>
          <ac:picMkLst>
            <pc:docMk/>
            <pc:sldMk cId="3170510318" sldId="873"/>
            <ac:picMk id="5" creationId="{CF63186F-48B3-BD83-36D2-CD21C92D5FF6}"/>
          </ac:picMkLst>
        </pc:picChg>
        <pc:picChg chg="del">
          <ac:chgData name="Fien Spriet" userId="28c6bad0-c7dd-4315-9906-c1a71a1827bd" providerId="ADAL" clId="{CBBFB0D6-F553-4358-8655-769D9336AC59}" dt="2023-11-15T22:24:38.437" v="52" actId="478"/>
          <ac:picMkLst>
            <pc:docMk/>
            <pc:sldMk cId="3170510318" sldId="873"/>
            <ac:picMk id="20" creationId="{2BB4404D-A67B-10AB-06B4-C345CF2FA341}"/>
          </ac:picMkLst>
        </pc:picChg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203321728" sldId="874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371355390" sldId="875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493858090" sldId="876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2490973795" sldId="877"/>
        </pc:sldMkLst>
      </pc:sldChg>
      <pc:sldChg chg="add del">
        <pc:chgData name="Fien Spriet" userId="28c6bad0-c7dd-4315-9906-c1a71a1827bd" providerId="ADAL" clId="{CBBFB0D6-F553-4358-8655-769D9336AC59}" dt="2023-11-15T22:23:48.196" v="4" actId="47"/>
        <pc:sldMkLst>
          <pc:docMk/>
          <pc:sldMk cId="141026054" sldId="878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3046164917" sldId="881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497989783" sldId="882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3033378283" sldId="883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1594068690" sldId="884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643581258" sldId="885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430293884" sldId="886"/>
        </pc:sldMkLst>
      </pc:sldChg>
      <pc:sldChg chg="del">
        <pc:chgData name="Fien Spriet" userId="28c6bad0-c7dd-4315-9906-c1a71a1827bd" providerId="ADAL" clId="{CBBFB0D6-F553-4358-8655-769D9336AC59}" dt="2023-11-15T22:24:24.431" v="47" actId="47"/>
        <pc:sldMkLst>
          <pc:docMk/>
          <pc:sldMk cId="2866826947" sldId="887"/>
        </pc:sldMkLst>
      </pc:sldChg>
    </pc:docChg>
  </pc:docChgLst>
  <pc:docChgLst>
    <pc:chgData name="Fien Spriet" userId="28c6bad0-c7dd-4315-9906-c1a71a1827bd" providerId="ADAL" clId="{427E6D56-DDB6-4A0E-B562-B2D74B9DBA17}"/>
    <pc:docChg chg="undo custSel addSld delSld modSld sldOrd">
      <pc:chgData name="Fien Spriet" userId="28c6bad0-c7dd-4315-9906-c1a71a1827bd" providerId="ADAL" clId="{427E6D56-DDB6-4A0E-B562-B2D74B9DBA17}" dt="2024-11-21T21:59:59.336" v="2008" actId="20577"/>
      <pc:docMkLst>
        <pc:docMk/>
      </pc:docMkLst>
      <pc:sldChg chg="addSp delSp modSp mod">
        <pc:chgData name="Fien Spriet" userId="28c6bad0-c7dd-4315-9906-c1a71a1827bd" providerId="ADAL" clId="{427E6D56-DDB6-4A0E-B562-B2D74B9DBA17}" dt="2024-11-21T20:00:55.767" v="23" actId="14100"/>
        <pc:sldMkLst>
          <pc:docMk/>
          <pc:sldMk cId="3170510318" sldId="873"/>
        </pc:sldMkLst>
        <pc:spChg chg="mod">
          <ac:chgData name="Fien Spriet" userId="28c6bad0-c7dd-4315-9906-c1a71a1827bd" providerId="ADAL" clId="{427E6D56-DDB6-4A0E-B562-B2D74B9DBA17}" dt="2024-11-21T20:00:46.046" v="20" actId="14100"/>
          <ac:spMkLst>
            <pc:docMk/>
            <pc:sldMk cId="3170510318" sldId="873"/>
            <ac:spMk id="13" creationId="{5848BBDA-51B0-7E07-26C9-7E3B270846ED}"/>
          </ac:spMkLst>
        </pc:spChg>
        <pc:spChg chg="mod">
          <ac:chgData name="Fien Spriet" userId="28c6bad0-c7dd-4315-9906-c1a71a1827bd" providerId="ADAL" clId="{427E6D56-DDB6-4A0E-B562-B2D74B9DBA17}" dt="2024-11-21T20:00:35.139" v="16" actId="404"/>
          <ac:spMkLst>
            <pc:docMk/>
            <pc:sldMk cId="3170510318" sldId="873"/>
            <ac:spMk id="16" creationId="{AE915494-1B2A-E7AF-01CF-2F170DC20960}"/>
          </ac:spMkLst>
        </pc:spChg>
        <pc:spChg chg="mod">
          <ac:chgData name="Fien Spriet" userId="28c6bad0-c7dd-4315-9906-c1a71a1827bd" providerId="ADAL" clId="{427E6D56-DDB6-4A0E-B562-B2D74B9DBA17}" dt="2024-11-21T20:00:55.767" v="23" actId="14100"/>
          <ac:spMkLst>
            <pc:docMk/>
            <pc:sldMk cId="3170510318" sldId="873"/>
            <ac:spMk id="19" creationId="{A15F4140-9B25-7516-F463-194BCE20133E}"/>
          </ac:spMkLst>
        </pc:spChg>
        <pc:grpChg chg="mod">
          <ac:chgData name="Fien Spriet" userId="28c6bad0-c7dd-4315-9906-c1a71a1827bd" providerId="ADAL" clId="{427E6D56-DDB6-4A0E-B562-B2D74B9DBA17}" dt="2024-11-21T20:00:40.815" v="19" actId="14100"/>
          <ac:grpSpMkLst>
            <pc:docMk/>
            <pc:sldMk cId="3170510318" sldId="873"/>
            <ac:grpSpMk id="11" creationId="{CBB5CF22-2C0A-4B92-01D8-921CC38F68C1}"/>
          </ac:grpSpMkLst>
        </pc:grpChg>
        <pc:picChg chg="del">
          <ac:chgData name="Fien Spriet" userId="28c6bad0-c7dd-4315-9906-c1a71a1827bd" providerId="ADAL" clId="{427E6D56-DDB6-4A0E-B562-B2D74B9DBA17}" dt="2024-11-21T19:59:55.423" v="1" actId="478"/>
          <ac:picMkLst>
            <pc:docMk/>
            <pc:sldMk cId="3170510318" sldId="873"/>
            <ac:picMk id="3" creationId="{C4AA4E6F-D745-3533-8AD0-D769B6CEA305}"/>
          </ac:picMkLst>
        </pc:picChg>
        <pc:picChg chg="add mod">
          <ac:chgData name="Fien Spriet" userId="28c6bad0-c7dd-4315-9906-c1a71a1827bd" providerId="ADAL" clId="{427E6D56-DDB6-4A0E-B562-B2D74B9DBA17}" dt="2024-11-21T20:00:04.309" v="7" actId="1076"/>
          <ac:picMkLst>
            <pc:docMk/>
            <pc:sldMk cId="3170510318" sldId="873"/>
            <ac:picMk id="4" creationId="{52B4350C-B69E-2BF0-E4C2-592E08B0A8AD}"/>
          </ac:picMkLst>
        </pc:picChg>
      </pc:sldChg>
      <pc:sldChg chg="del">
        <pc:chgData name="Fien Spriet" userId="28c6bad0-c7dd-4315-9906-c1a71a1827bd" providerId="ADAL" clId="{427E6D56-DDB6-4A0E-B562-B2D74B9DBA17}" dt="2024-11-21T19:52:43.352" v="0" actId="47"/>
        <pc:sldMkLst>
          <pc:docMk/>
          <pc:sldMk cId="711262040" sldId="880"/>
        </pc:sldMkLst>
      </pc:sldChg>
      <pc:sldChg chg="addSp delSp modSp add mod delAnim modAnim">
        <pc:chgData name="Fien Spriet" userId="28c6bad0-c7dd-4315-9906-c1a71a1827bd" providerId="ADAL" clId="{427E6D56-DDB6-4A0E-B562-B2D74B9DBA17}" dt="2024-11-21T21:33:15.708" v="988"/>
        <pc:sldMkLst>
          <pc:docMk/>
          <pc:sldMk cId="3394124926" sldId="882"/>
        </pc:sldMkLst>
        <pc:spChg chg="del">
          <ac:chgData name="Fien Spriet" userId="28c6bad0-c7dd-4315-9906-c1a71a1827bd" providerId="ADAL" clId="{427E6D56-DDB6-4A0E-B562-B2D74B9DBA17}" dt="2024-11-21T21:13:12.350" v="244" actId="478"/>
          <ac:spMkLst>
            <pc:docMk/>
            <pc:sldMk cId="3394124926" sldId="882"/>
            <ac:spMk id="2" creationId="{CAEA7AF9-15BC-2609-E33C-637F09D9D0D9}"/>
          </ac:spMkLst>
        </pc:spChg>
        <pc:spChg chg="mod">
          <ac:chgData name="Fien Spriet" userId="28c6bad0-c7dd-4315-9906-c1a71a1827bd" providerId="ADAL" clId="{427E6D56-DDB6-4A0E-B562-B2D74B9DBA17}" dt="2024-11-21T21:14:43.708" v="270" actId="6549"/>
          <ac:spMkLst>
            <pc:docMk/>
            <pc:sldMk cId="3394124926" sldId="882"/>
            <ac:spMk id="13" creationId="{5848BBDA-51B0-7E07-26C9-7E3B270846ED}"/>
          </ac:spMkLst>
        </pc:spChg>
        <pc:spChg chg="mod">
          <ac:chgData name="Fien Spriet" userId="28c6bad0-c7dd-4315-9906-c1a71a1827bd" providerId="ADAL" clId="{427E6D56-DDB6-4A0E-B562-B2D74B9DBA17}" dt="2024-11-21T21:14:33.511" v="267" actId="404"/>
          <ac:spMkLst>
            <pc:docMk/>
            <pc:sldMk cId="3394124926" sldId="882"/>
            <ac:spMk id="16" creationId="{AE915494-1B2A-E7AF-01CF-2F170DC20960}"/>
          </ac:spMkLst>
        </pc:spChg>
        <pc:spChg chg="mod">
          <ac:chgData name="Fien Spriet" userId="28c6bad0-c7dd-4315-9906-c1a71a1827bd" providerId="ADAL" clId="{427E6D56-DDB6-4A0E-B562-B2D74B9DBA17}" dt="2024-11-21T21:33:00.282" v="985" actId="20577"/>
          <ac:spMkLst>
            <pc:docMk/>
            <pc:sldMk cId="3394124926" sldId="882"/>
            <ac:spMk id="21" creationId="{2BED5FD2-43DC-D2C4-09B7-A2F1F74D37ED}"/>
          </ac:spMkLst>
        </pc:spChg>
        <pc:spChg chg="mod">
          <ac:chgData name="Fien Spriet" userId="28c6bad0-c7dd-4315-9906-c1a71a1827bd" providerId="ADAL" clId="{427E6D56-DDB6-4A0E-B562-B2D74B9DBA17}" dt="2024-11-21T21:22:04.645" v="615" actId="1076"/>
          <ac:spMkLst>
            <pc:docMk/>
            <pc:sldMk cId="3394124926" sldId="882"/>
            <ac:spMk id="23" creationId="{27D6F2B0-724D-A931-B49C-C1402E496D1A}"/>
          </ac:spMkLst>
        </pc:spChg>
        <pc:spChg chg="mod">
          <ac:chgData name="Fien Spriet" userId="28c6bad0-c7dd-4315-9906-c1a71a1827bd" providerId="ADAL" clId="{427E6D56-DDB6-4A0E-B562-B2D74B9DBA17}" dt="2024-11-21T21:22:09.411" v="616" actId="1076"/>
          <ac:spMkLst>
            <pc:docMk/>
            <pc:sldMk cId="3394124926" sldId="882"/>
            <ac:spMk id="26" creationId="{C8F0C194-D21E-842E-F890-8AB5A4FC60DB}"/>
          </ac:spMkLst>
        </pc:spChg>
        <pc:grpChg chg="mod">
          <ac:chgData name="Fien Spriet" userId="28c6bad0-c7dd-4315-9906-c1a71a1827bd" providerId="ADAL" clId="{427E6D56-DDB6-4A0E-B562-B2D74B9DBA17}" dt="2024-11-21T21:13:52.236" v="254" actId="14100"/>
          <ac:grpSpMkLst>
            <pc:docMk/>
            <pc:sldMk cId="3394124926" sldId="882"/>
            <ac:grpSpMk id="11" creationId="{CBB5CF22-2C0A-4B92-01D8-921CC38F68C1}"/>
          </ac:grpSpMkLst>
        </pc:grpChg>
        <pc:grpChg chg="mod">
          <ac:chgData name="Fien Spriet" userId="28c6bad0-c7dd-4315-9906-c1a71a1827bd" providerId="ADAL" clId="{427E6D56-DDB6-4A0E-B562-B2D74B9DBA17}" dt="2024-11-21T21:14:30.718" v="266" actId="14100"/>
          <ac:grpSpMkLst>
            <pc:docMk/>
            <pc:sldMk cId="3394124926" sldId="882"/>
            <ac:grpSpMk id="14" creationId="{5E2B67CD-82B4-94A5-5706-161342548873}"/>
          </ac:grpSpMkLst>
        </pc:grpChg>
        <pc:grpChg chg="mod">
          <ac:chgData name="Fien Spriet" userId="28c6bad0-c7dd-4315-9906-c1a71a1827bd" providerId="ADAL" clId="{427E6D56-DDB6-4A0E-B562-B2D74B9DBA17}" dt="2024-11-21T21:14:56.996" v="272" actId="14100"/>
          <ac:grpSpMkLst>
            <pc:docMk/>
            <pc:sldMk cId="3394124926" sldId="882"/>
            <ac:grpSpMk id="17" creationId="{1830235E-D6C1-7093-6A75-1BCF0C11E014}"/>
          </ac:grpSpMkLst>
        </pc:grpChg>
        <pc:picChg chg="del">
          <ac:chgData name="Fien Spriet" userId="28c6bad0-c7dd-4315-9906-c1a71a1827bd" providerId="ADAL" clId="{427E6D56-DDB6-4A0E-B562-B2D74B9DBA17}" dt="2024-11-21T21:13:13.039" v="245" actId="478"/>
          <ac:picMkLst>
            <pc:docMk/>
            <pc:sldMk cId="3394124926" sldId="882"/>
            <ac:picMk id="4" creationId="{54246914-D772-2A72-E972-2E13CBF14C5F}"/>
          </ac:picMkLst>
        </pc:picChg>
        <pc:picChg chg="del">
          <ac:chgData name="Fien Spriet" userId="28c6bad0-c7dd-4315-9906-c1a71a1827bd" providerId="ADAL" clId="{427E6D56-DDB6-4A0E-B562-B2D74B9DBA17}" dt="2024-11-21T21:12:46.332" v="235" actId="478"/>
          <ac:picMkLst>
            <pc:docMk/>
            <pc:sldMk cId="3394124926" sldId="882"/>
            <ac:picMk id="22" creationId="{7E0AEB39-40D0-74E0-253E-1C8C3226AF4F}"/>
          </ac:picMkLst>
        </pc:picChg>
        <pc:picChg chg="add mod">
          <ac:chgData name="Fien Spriet" userId="28c6bad0-c7dd-4315-9906-c1a71a1827bd" providerId="ADAL" clId="{427E6D56-DDB6-4A0E-B562-B2D74B9DBA17}" dt="2024-11-21T21:17:08.634" v="302" actId="962"/>
          <ac:picMkLst>
            <pc:docMk/>
            <pc:sldMk cId="3394124926" sldId="882"/>
            <ac:picMk id="29" creationId="{97F7EB2E-48F9-D148-AAD7-DE06C364DAAE}"/>
          </ac:picMkLst>
        </pc:picChg>
        <pc:picChg chg="add mod">
          <ac:chgData name="Fien Spriet" userId="28c6bad0-c7dd-4315-9906-c1a71a1827bd" providerId="ADAL" clId="{427E6D56-DDB6-4A0E-B562-B2D74B9DBA17}" dt="2024-11-21T21:17:13.138" v="303" actId="962"/>
          <ac:picMkLst>
            <pc:docMk/>
            <pc:sldMk cId="3394124926" sldId="882"/>
            <ac:picMk id="41" creationId="{7423C2FB-5A77-4FF0-3A3A-C1BACC44BB86}"/>
          </ac:picMkLst>
        </pc:picChg>
        <pc:picChg chg="del">
          <ac:chgData name="Fien Spriet" userId="28c6bad0-c7dd-4315-9906-c1a71a1827bd" providerId="ADAL" clId="{427E6D56-DDB6-4A0E-B562-B2D74B9DBA17}" dt="2024-11-21T21:12:58.555" v="243" actId="478"/>
          <ac:picMkLst>
            <pc:docMk/>
            <pc:sldMk cId="3394124926" sldId="882"/>
            <ac:picMk id="42" creationId="{B889F088-AD6E-F361-2723-2783A9EA8B63}"/>
          </ac:picMkLst>
        </pc:picChg>
        <pc:picChg chg="add mod">
          <ac:chgData name="Fien Spriet" userId="28c6bad0-c7dd-4315-9906-c1a71a1827bd" providerId="ADAL" clId="{427E6D56-DDB6-4A0E-B562-B2D74B9DBA17}" dt="2024-11-21T21:18:27.298" v="418" actId="962"/>
          <ac:picMkLst>
            <pc:docMk/>
            <pc:sldMk cId="3394124926" sldId="882"/>
            <ac:picMk id="44" creationId="{7BD9F335-FBFE-CB5A-D374-B8D934888AE0}"/>
          </ac:picMkLst>
        </pc:picChg>
        <pc:picChg chg="add mod">
          <ac:chgData name="Fien Spriet" userId="28c6bad0-c7dd-4315-9906-c1a71a1827bd" providerId="ADAL" clId="{427E6D56-DDB6-4A0E-B562-B2D74B9DBA17}" dt="2024-11-21T21:24:17.021" v="705" actId="962"/>
          <ac:picMkLst>
            <pc:docMk/>
            <pc:sldMk cId="3394124926" sldId="882"/>
            <ac:picMk id="53" creationId="{0AB1DC37-6F54-34CD-E4FA-EDD854B0902C}"/>
          </ac:picMkLst>
        </pc:picChg>
        <pc:picChg chg="add mod">
          <ac:chgData name="Fien Spriet" userId="28c6bad0-c7dd-4315-9906-c1a71a1827bd" providerId="ADAL" clId="{427E6D56-DDB6-4A0E-B562-B2D74B9DBA17}" dt="2024-11-21T21:24:54.234" v="717" actId="1036"/>
          <ac:picMkLst>
            <pc:docMk/>
            <pc:sldMk cId="3394124926" sldId="882"/>
            <ac:picMk id="55" creationId="{AEDFBFC7-7F1A-F383-63AD-B83886CB8713}"/>
          </ac:picMkLst>
        </pc:picChg>
        <pc:picChg chg="add mod">
          <ac:chgData name="Fien Spriet" userId="28c6bad0-c7dd-4315-9906-c1a71a1827bd" providerId="ADAL" clId="{427E6D56-DDB6-4A0E-B562-B2D74B9DBA17}" dt="2024-11-21T21:26:09.273" v="741" actId="962"/>
          <ac:picMkLst>
            <pc:docMk/>
            <pc:sldMk cId="3394124926" sldId="882"/>
            <ac:picMk id="57" creationId="{2843CE87-A3CF-31A1-DB28-E226CDE24C62}"/>
          </ac:picMkLst>
        </pc:picChg>
        <pc:picChg chg="add mod">
          <ac:chgData name="Fien Spriet" userId="28c6bad0-c7dd-4315-9906-c1a71a1827bd" providerId="ADAL" clId="{427E6D56-DDB6-4A0E-B562-B2D74B9DBA17}" dt="2024-11-21T21:27:00.470" v="751" actId="962"/>
          <ac:picMkLst>
            <pc:docMk/>
            <pc:sldMk cId="3394124926" sldId="882"/>
            <ac:picMk id="59" creationId="{7CA3269A-F187-7EE1-29CD-1FD448C9B249}"/>
          </ac:picMkLst>
        </pc:picChg>
        <pc:picChg chg="add mod">
          <ac:chgData name="Fien Spriet" userId="28c6bad0-c7dd-4315-9906-c1a71a1827bd" providerId="ADAL" clId="{427E6D56-DDB6-4A0E-B562-B2D74B9DBA17}" dt="2024-11-21T21:32:11.919" v="928"/>
          <ac:picMkLst>
            <pc:docMk/>
            <pc:sldMk cId="3394124926" sldId="882"/>
            <ac:picMk id="60" creationId="{EBF5FBE3-A6BC-6517-D4F6-8011A47CA144}"/>
          </ac:picMkLst>
        </pc:picChg>
        <pc:picChg chg="del">
          <ac:chgData name="Fien Spriet" userId="28c6bad0-c7dd-4315-9906-c1a71a1827bd" providerId="ADAL" clId="{427E6D56-DDB6-4A0E-B562-B2D74B9DBA17}" dt="2024-11-21T21:12:58.155" v="242" actId="478"/>
          <ac:picMkLst>
            <pc:docMk/>
            <pc:sldMk cId="3394124926" sldId="882"/>
            <ac:picMk id="61" creationId="{FF1BC6FA-4296-B471-6CA9-6CEA7B97C830}"/>
          </ac:picMkLst>
        </pc:picChg>
        <pc:picChg chg="del">
          <ac:chgData name="Fien Spriet" userId="28c6bad0-c7dd-4315-9906-c1a71a1827bd" providerId="ADAL" clId="{427E6D56-DDB6-4A0E-B562-B2D74B9DBA17}" dt="2024-11-21T21:12:57.702" v="241" actId="478"/>
          <ac:picMkLst>
            <pc:docMk/>
            <pc:sldMk cId="3394124926" sldId="882"/>
            <ac:picMk id="63" creationId="{AB2B38D6-1A55-0D5C-C8AB-D057803477D9}"/>
          </ac:picMkLst>
        </pc:picChg>
        <pc:picChg chg="del">
          <ac:chgData name="Fien Spriet" userId="28c6bad0-c7dd-4315-9906-c1a71a1827bd" providerId="ADAL" clId="{427E6D56-DDB6-4A0E-B562-B2D74B9DBA17}" dt="2024-11-21T21:12:57.308" v="240" actId="478"/>
          <ac:picMkLst>
            <pc:docMk/>
            <pc:sldMk cId="3394124926" sldId="882"/>
            <ac:picMk id="65" creationId="{3297DC85-8ECE-36ED-2946-2EA22EC3816B}"/>
          </ac:picMkLst>
        </pc:picChg>
        <pc:cxnChg chg="mod">
          <ac:chgData name="Fien Spriet" userId="28c6bad0-c7dd-4315-9906-c1a71a1827bd" providerId="ADAL" clId="{427E6D56-DDB6-4A0E-B562-B2D74B9DBA17}" dt="2024-11-21T21:22:09.411" v="616" actId="1076"/>
          <ac:cxnSpMkLst>
            <pc:docMk/>
            <pc:sldMk cId="3394124926" sldId="882"/>
            <ac:cxnSpMk id="27" creationId="{EF71964E-F727-56C0-4E77-433B8E4D3D5B}"/>
          </ac:cxnSpMkLst>
        </pc:cxnChg>
        <pc:cxnChg chg="mod">
          <ac:chgData name="Fien Spriet" userId="28c6bad0-c7dd-4315-9906-c1a71a1827bd" providerId="ADAL" clId="{427E6D56-DDB6-4A0E-B562-B2D74B9DBA17}" dt="2024-11-21T21:22:42.033" v="647" actId="14100"/>
          <ac:cxnSpMkLst>
            <pc:docMk/>
            <pc:sldMk cId="3394124926" sldId="882"/>
            <ac:cxnSpMk id="28" creationId="{0494C9B8-7C92-936B-DCD9-6D61DC421D2E}"/>
          </ac:cxnSpMkLst>
        </pc:cxnChg>
      </pc:sldChg>
      <pc:sldChg chg="del">
        <pc:chgData name="Fien Spriet" userId="28c6bad0-c7dd-4315-9906-c1a71a1827bd" providerId="ADAL" clId="{427E6D56-DDB6-4A0E-B562-B2D74B9DBA17}" dt="2024-11-21T19:52:43.352" v="0" actId="47"/>
        <pc:sldMkLst>
          <pc:docMk/>
          <pc:sldMk cId="2649753759" sldId="888"/>
        </pc:sldMkLst>
      </pc:sldChg>
      <pc:sldChg chg="addSp delSp modSp mod ord">
        <pc:chgData name="Fien Spriet" userId="28c6bad0-c7dd-4315-9906-c1a71a1827bd" providerId="ADAL" clId="{427E6D56-DDB6-4A0E-B562-B2D74B9DBA17}" dt="2024-11-21T21:46:20.240" v="1601"/>
        <pc:sldMkLst>
          <pc:docMk/>
          <pc:sldMk cId="3235059197" sldId="891"/>
        </pc:sldMkLst>
        <pc:picChg chg="add mod">
          <ac:chgData name="Fien Spriet" userId="28c6bad0-c7dd-4315-9906-c1a71a1827bd" providerId="ADAL" clId="{427E6D56-DDB6-4A0E-B562-B2D74B9DBA17}" dt="2024-11-21T20:00:20.578" v="14" actId="1076"/>
          <ac:picMkLst>
            <pc:docMk/>
            <pc:sldMk cId="3235059197" sldId="891"/>
            <ac:picMk id="3" creationId="{E13E9B32-0221-4950-D6D2-B87BA7056DCC}"/>
          </ac:picMkLst>
        </pc:picChg>
        <pc:picChg chg="del">
          <ac:chgData name="Fien Spriet" userId="28c6bad0-c7dd-4315-9906-c1a71a1827bd" providerId="ADAL" clId="{427E6D56-DDB6-4A0E-B562-B2D74B9DBA17}" dt="2024-11-21T20:00:10.709" v="8" actId="478"/>
          <ac:picMkLst>
            <pc:docMk/>
            <pc:sldMk cId="3235059197" sldId="891"/>
            <ac:picMk id="4" creationId="{1A3947C4-3047-F5C2-E4E3-5016ED5A0E3F}"/>
          </ac:picMkLst>
        </pc:picChg>
      </pc:sldChg>
      <pc:sldChg chg="addSp delSp modSp add mod delAnim modAnim">
        <pc:chgData name="Fien Spriet" userId="28c6bad0-c7dd-4315-9906-c1a71a1827bd" providerId="ADAL" clId="{427E6D56-DDB6-4A0E-B562-B2D74B9DBA17}" dt="2024-11-21T21:50:08.547" v="1677" actId="208"/>
        <pc:sldMkLst>
          <pc:docMk/>
          <pc:sldMk cId="2490973795" sldId="901"/>
        </pc:sldMkLst>
        <pc:spChg chg="mod">
          <ac:chgData name="Fien Spriet" userId="28c6bad0-c7dd-4315-9906-c1a71a1827bd" providerId="ADAL" clId="{427E6D56-DDB6-4A0E-B562-B2D74B9DBA17}" dt="2024-11-21T21:10:44.547" v="110"/>
          <ac:spMkLst>
            <pc:docMk/>
            <pc:sldMk cId="2490973795" sldId="901"/>
            <ac:spMk id="6" creationId="{7769084D-3472-47FA-39BB-08C8254C5ABF}"/>
          </ac:spMkLst>
        </pc:spChg>
        <pc:spChg chg="mod">
          <ac:chgData name="Fien Spriet" userId="28c6bad0-c7dd-4315-9906-c1a71a1827bd" providerId="ADAL" clId="{427E6D56-DDB6-4A0E-B562-B2D74B9DBA17}" dt="2024-11-21T21:11:20.437" v="115" actId="20577"/>
          <ac:spMkLst>
            <pc:docMk/>
            <pc:sldMk cId="2490973795" sldId="901"/>
            <ac:spMk id="7" creationId="{D6773340-E15D-3397-AC39-35C09EA03E90}"/>
          </ac:spMkLst>
        </pc:spChg>
        <pc:spChg chg="mod">
          <ac:chgData name="Fien Spriet" userId="28c6bad0-c7dd-4315-9906-c1a71a1827bd" providerId="ADAL" clId="{427E6D56-DDB6-4A0E-B562-B2D74B9DBA17}" dt="2024-11-21T21:50:08.547" v="1677" actId="208"/>
          <ac:spMkLst>
            <pc:docMk/>
            <pc:sldMk cId="2490973795" sldId="901"/>
            <ac:spMk id="8" creationId="{EF59DDBF-9EAA-6F16-E3A1-945AACCC395A}"/>
          </ac:spMkLst>
        </pc:spChg>
        <pc:spChg chg="mod">
          <ac:chgData name="Fien Spriet" userId="28c6bad0-c7dd-4315-9906-c1a71a1827bd" providerId="ADAL" clId="{427E6D56-DDB6-4A0E-B562-B2D74B9DBA17}" dt="2024-11-21T21:50:08.547" v="1677" actId="208"/>
          <ac:spMkLst>
            <pc:docMk/>
            <pc:sldMk cId="2490973795" sldId="901"/>
            <ac:spMk id="9" creationId="{ED948935-C5BD-9B42-E726-60B7F11500FA}"/>
          </ac:spMkLst>
        </pc:spChg>
        <pc:spChg chg="del">
          <ac:chgData name="Fien Spriet" userId="28c6bad0-c7dd-4315-9906-c1a71a1827bd" providerId="ADAL" clId="{427E6D56-DDB6-4A0E-B562-B2D74B9DBA17}" dt="2024-11-21T20:02:29.767" v="31" actId="478"/>
          <ac:spMkLst>
            <pc:docMk/>
            <pc:sldMk cId="2490973795" sldId="901"/>
            <ac:spMk id="10" creationId="{2C85A472-5488-AE38-6DFD-ECCB0B13087A}"/>
          </ac:spMkLst>
        </pc:spChg>
        <pc:spChg chg="mod">
          <ac:chgData name="Fien Spriet" userId="28c6bad0-c7dd-4315-9906-c1a71a1827bd" providerId="ADAL" clId="{427E6D56-DDB6-4A0E-B562-B2D74B9DBA17}" dt="2024-11-21T21:50:08.547" v="1677" actId="208"/>
          <ac:spMkLst>
            <pc:docMk/>
            <pc:sldMk cId="2490973795" sldId="901"/>
            <ac:spMk id="23" creationId="{27D6F2B0-724D-A931-B49C-C1402E496D1A}"/>
          </ac:spMkLst>
        </pc:spChg>
        <pc:spChg chg="mod">
          <ac:chgData name="Fien Spriet" userId="28c6bad0-c7dd-4315-9906-c1a71a1827bd" providerId="ADAL" clId="{427E6D56-DDB6-4A0E-B562-B2D74B9DBA17}" dt="2024-11-21T21:50:08.547" v="1677" actId="208"/>
          <ac:spMkLst>
            <pc:docMk/>
            <pc:sldMk cId="2490973795" sldId="901"/>
            <ac:spMk id="46" creationId="{6F0932B9-CB6D-A977-3C9B-652B8924F0C1}"/>
          </ac:spMkLst>
        </pc:spChg>
        <pc:spChg chg="del">
          <ac:chgData name="Fien Spriet" userId="28c6bad0-c7dd-4315-9906-c1a71a1827bd" providerId="ADAL" clId="{427E6D56-DDB6-4A0E-B562-B2D74B9DBA17}" dt="2024-11-21T20:02:31.677" v="33" actId="478"/>
          <ac:spMkLst>
            <pc:docMk/>
            <pc:sldMk cId="2490973795" sldId="901"/>
            <ac:spMk id="55" creationId="{A8715E7B-281E-D7D2-3350-01EB92E952A9}"/>
          </ac:spMkLst>
        </pc:spChg>
        <pc:grpChg chg="add mod">
          <ac:chgData name="Fien Spriet" userId="28c6bad0-c7dd-4315-9906-c1a71a1827bd" providerId="ADAL" clId="{427E6D56-DDB6-4A0E-B562-B2D74B9DBA17}" dt="2024-11-21T21:11:20.772" v="116" actId="1076"/>
          <ac:grpSpMkLst>
            <pc:docMk/>
            <pc:sldMk cId="2490973795" sldId="901"/>
            <ac:grpSpMk id="5" creationId="{FC72BC8F-F9CC-6904-3B4D-B6CADBD391E1}"/>
          </ac:grpSpMkLst>
        </pc:grpChg>
        <pc:grpChg chg="mod">
          <ac:chgData name="Fien Spriet" userId="28c6bad0-c7dd-4315-9906-c1a71a1827bd" providerId="ADAL" clId="{427E6D56-DDB6-4A0E-B562-B2D74B9DBA17}" dt="2024-11-21T21:11:22.403" v="119" actId="1076"/>
          <ac:grpSpMkLst>
            <pc:docMk/>
            <pc:sldMk cId="2490973795" sldId="901"/>
            <ac:grpSpMk id="11" creationId="{CBB5CF22-2C0A-4B92-01D8-921CC38F68C1}"/>
          </ac:grpSpMkLst>
        </pc:grpChg>
        <pc:picChg chg="add mod ord">
          <ac:chgData name="Fien Spriet" userId="28c6bad0-c7dd-4315-9906-c1a71a1827bd" providerId="ADAL" clId="{427E6D56-DDB6-4A0E-B562-B2D74B9DBA17}" dt="2024-11-21T20:02:26.439" v="30" actId="167"/>
          <ac:picMkLst>
            <pc:docMk/>
            <pc:sldMk cId="2490973795" sldId="901"/>
            <ac:picMk id="2" creationId="{42CE69BE-C6D6-AA81-397E-5F4174FCCAF2}"/>
          </ac:picMkLst>
        </pc:picChg>
        <pc:picChg chg="del">
          <ac:chgData name="Fien Spriet" userId="28c6bad0-c7dd-4315-9906-c1a71a1827bd" providerId="ADAL" clId="{427E6D56-DDB6-4A0E-B562-B2D74B9DBA17}" dt="2024-11-21T20:02:17.350" v="25" actId="478"/>
          <ac:picMkLst>
            <pc:docMk/>
            <pc:sldMk cId="2490973795" sldId="901"/>
            <ac:picMk id="6" creationId="{8EED9974-AD31-75C2-6C25-D3C8438ED12F}"/>
          </ac:picMkLst>
        </pc:picChg>
        <pc:cxnChg chg="mod">
          <ac:chgData name="Fien Spriet" userId="28c6bad0-c7dd-4315-9906-c1a71a1827bd" providerId="ADAL" clId="{427E6D56-DDB6-4A0E-B562-B2D74B9DBA17}" dt="2024-11-21T21:50:08.547" v="1677" actId="208"/>
          <ac:cxnSpMkLst>
            <pc:docMk/>
            <pc:sldMk cId="2490973795" sldId="901"/>
            <ac:cxnSpMk id="25" creationId="{8FBBBF15-60A0-F8F2-055B-F8018309A248}"/>
          </ac:cxnSpMkLst>
        </pc:cxnChg>
        <pc:cxnChg chg="mod">
          <ac:chgData name="Fien Spriet" userId="28c6bad0-c7dd-4315-9906-c1a71a1827bd" providerId="ADAL" clId="{427E6D56-DDB6-4A0E-B562-B2D74B9DBA17}" dt="2024-11-21T21:50:08.547" v="1677" actId="208"/>
          <ac:cxnSpMkLst>
            <pc:docMk/>
            <pc:sldMk cId="2490973795" sldId="901"/>
            <ac:cxnSpMk id="48" creationId="{4B26F14C-9F0E-DBB4-A4EA-73D90841C149}"/>
          </ac:cxnSpMkLst>
        </pc:cxnChg>
        <pc:cxnChg chg="del mod">
          <ac:chgData name="Fien Spriet" userId="28c6bad0-c7dd-4315-9906-c1a71a1827bd" providerId="ADAL" clId="{427E6D56-DDB6-4A0E-B562-B2D74B9DBA17}" dt="2024-11-21T20:02:30.685" v="32" actId="478"/>
          <ac:cxnSpMkLst>
            <pc:docMk/>
            <pc:sldMk cId="2490973795" sldId="901"/>
            <ac:cxnSpMk id="57" creationId="{491ECB3D-0585-F598-644F-50842F622744}"/>
          </ac:cxnSpMkLst>
        </pc:cxnChg>
      </pc:sldChg>
      <pc:sldChg chg="new del">
        <pc:chgData name="Fien Spriet" userId="28c6bad0-c7dd-4315-9906-c1a71a1827bd" providerId="ADAL" clId="{427E6D56-DDB6-4A0E-B562-B2D74B9DBA17}" dt="2024-11-21T21:14:07.539" v="259" actId="680"/>
        <pc:sldMkLst>
          <pc:docMk/>
          <pc:sldMk cId="525422280" sldId="902"/>
        </pc:sldMkLst>
      </pc:sldChg>
      <pc:sldChg chg="addSp delSp modSp add mod">
        <pc:chgData name="Fien Spriet" userId="28c6bad0-c7dd-4315-9906-c1a71a1827bd" providerId="ADAL" clId="{427E6D56-DDB6-4A0E-B562-B2D74B9DBA17}" dt="2024-11-21T21:49:45.678" v="1675" actId="208"/>
        <pc:sldMkLst>
          <pc:docMk/>
          <pc:sldMk cId="4126190018" sldId="902"/>
        </pc:sldMkLst>
        <pc:spChg chg="mod">
          <ac:chgData name="Fien Spriet" userId="28c6bad0-c7dd-4315-9906-c1a71a1827bd" providerId="ADAL" clId="{427E6D56-DDB6-4A0E-B562-B2D74B9DBA17}" dt="2024-11-21T21:49:45.678" v="1675" actId="208"/>
          <ac:spMkLst>
            <pc:docMk/>
            <pc:sldMk cId="4126190018" sldId="902"/>
            <ac:spMk id="8" creationId="{14FD8513-4067-61DB-37A5-3C824A7F53B3}"/>
          </ac:spMkLst>
        </pc:spChg>
        <pc:spChg chg="mod">
          <ac:chgData name="Fien Spriet" userId="28c6bad0-c7dd-4315-9906-c1a71a1827bd" providerId="ADAL" clId="{427E6D56-DDB6-4A0E-B562-B2D74B9DBA17}" dt="2024-11-21T21:49:45.678" v="1675" actId="208"/>
          <ac:spMkLst>
            <pc:docMk/>
            <pc:sldMk cId="4126190018" sldId="902"/>
            <ac:spMk id="9" creationId="{45F4FEBE-BF23-15F0-2EAD-93B7FC8844CC}"/>
          </ac:spMkLst>
        </pc:spChg>
        <pc:spChg chg="mod">
          <ac:chgData name="Fien Spriet" userId="28c6bad0-c7dd-4315-9906-c1a71a1827bd" providerId="ADAL" clId="{427E6D56-DDB6-4A0E-B562-B2D74B9DBA17}" dt="2024-11-21T21:49:45.678" v="1675" actId="208"/>
          <ac:spMkLst>
            <pc:docMk/>
            <pc:sldMk cId="4126190018" sldId="902"/>
            <ac:spMk id="23" creationId="{3E610AEB-8E9E-282F-CD3D-32906808FEAC}"/>
          </ac:spMkLst>
        </pc:spChg>
        <pc:spChg chg="mod">
          <ac:chgData name="Fien Spriet" userId="28c6bad0-c7dd-4315-9906-c1a71a1827bd" providerId="ADAL" clId="{427E6D56-DDB6-4A0E-B562-B2D74B9DBA17}" dt="2024-11-21T21:49:45.678" v="1675" actId="208"/>
          <ac:spMkLst>
            <pc:docMk/>
            <pc:sldMk cId="4126190018" sldId="902"/>
            <ac:spMk id="46" creationId="{5A206CE5-4343-699E-8B5D-FFF4E1E3C708}"/>
          </ac:spMkLst>
        </pc:spChg>
        <pc:picChg chg="del">
          <ac:chgData name="Fien Spriet" userId="28c6bad0-c7dd-4315-9906-c1a71a1827bd" providerId="ADAL" clId="{427E6D56-DDB6-4A0E-B562-B2D74B9DBA17}" dt="2024-11-21T21:28:07.946" v="755" actId="478"/>
          <ac:picMkLst>
            <pc:docMk/>
            <pc:sldMk cId="4126190018" sldId="902"/>
            <ac:picMk id="2" creationId="{BCBC2AFD-6702-D290-34B5-AAA568FB2263}"/>
          </ac:picMkLst>
        </pc:picChg>
        <pc:picChg chg="add mod ord">
          <ac:chgData name="Fien Spriet" userId="28c6bad0-c7dd-4315-9906-c1a71a1827bd" providerId="ADAL" clId="{427E6D56-DDB6-4A0E-B562-B2D74B9DBA17}" dt="2024-11-21T21:28:18.155" v="761" actId="1076"/>
          <ac:picMkLst>
            <pc:docMk/>
            <pc:sldMk cId="4126190018" sldId="902"/>
            <ac:picMk id="3" creationId="{8B336EF5-CDED-7377-3E29-A232D60E58BF}"/>
          </ac:picMkLst>
        </pc:picChg>
        <pc:cxnChg chg="mod">
          <ac:chgData name="Fien Spriet" userId="28c6bad0-c7dd-4315-9906-c1a71a1827bd" providerId="ADAL" clId="{427E6D56-DDB6-4A0E-B562-B2D74B9DBA17}" dt="2024-11-21T21:49:45.678" v="1675" actId="208"/>
          <ac:cxnSpMkLst>
            <pc:docMk/>
            <pc:sldMk cId="4126190018" sldId="902"/>
            <ac:cxnSpMk id="25" creationId="{F572402F-2EC5-BB20-C7F6-4B4D44A031AB}"/>
          </ac:cxnSpMkLst>
        </pc:cxnChg>
        <pc:cxnChg chg="mod">
          <ac:chgData name="Fien Spriet" userId="28c6bad0-c7dd-4315-9906-c1a71a1827bd" providerId="ADAL" clId="{427E6D56-DDB6-4A0E-B562-B2D74B9DBA17}" dt="2024-11-21T21:49:45.678" v="1675" actId="208"/>
          <ac:cxnSpMkLst>
            <pc:docMk/>
            <pc:sldMk cId="4126190018" sldId="902"/>
            <ac:cxnSpMk id="48" creationId="{3F5FB92D-E052-D215-E667-A507D49CBC5E}"/>
          </ac:cxnSpMkLst>
        </pc:cxnChg>
      </pc:sldChg>
      <pc:sldChg chg="addSp delSp modSp add mod delAnim modAnim">
        <pc:chgData name="Fien Spriet" userId="28c6bad0-c7dd-4315-9906-c1a71a1827bd" providerId="ADAL" clId="{427E6D56-DDB6-4A0E-B562-B2D74B9DBA17}" dt="2024-11-21T21:59:02.112" v="1999" actId="14100"/>
        <pc:sldMkLst>
          <pc:docMk/>
          <pc:sldMk cId="4028695563" sldId="903"/>
        </pc:sldMkLst>
        <pc:spChg chg="mod">
          <ac:chgData name="Fien Spriet" userId="28c6bad0-c7dd-4315-9906-c1a71a1827bd" providerId="ADAL" clId="{427E6D56-DDB6-4A0E-B562-B2D74B9DBA17}" dt="2024-11-21T21:54:55.458" v="1869" actId="14100"/>
          <ac:spMkLst>
            <pc:docMk/>
            <pc:sldMk cId="4028695563" sldId="903"/>
            <ac:spMk id="21" creationId="{3DADD821-AB4B-0BD6-CF2A-CBED507B7F1E}"/>
          </ac:spMkLst>
        </pc:spChg>
        <pc:spChg chg="mod">
          <ac:chgData name="Fien Spriet" userId="28c6bad0-c7dd-4315-9906-c1a71a1827bd" providerId="ADAL" clId="{427E6D56-DDB6-4A0E-B562-B2D74B9DBA17}" dt="2024-11-21T21:55:03.801" v="1895" actId="1035"/>
          <ac:spMkLst>
            <pc:docMk/>
            <pc:sldMk cId="4028695563" sldId="903"/>
            <ac:spMk id="23" creationId="{AB363F21-AE64-43AC-743B-39A59B9B8095}"/>
          </ac:spMkLst>
        </pc:spChg>
        <pc:spChg chg="mod">
          <ac:chgData name="Fien Spriet" userId="28c6bad0-c7dd-4315-9906-c1a71a1827bd" providerId="ADAL" clId="{427E6D56-DDB6-4A0E-B562-B2D74B9DBA17}" dt="2024-11-21T21:55:03.801" v="1895" actId="1035"/>
          <ac:spMkLst>
            <pc:docMk/>
            <pc:sldMk cId="4028695563" sldId="903"/>
            <ac:spMk id="26" creationId="{1F773C98-8297-B96A-B5A1-CD8C2FCCDFB9}"/>
          </ac:spMkLst>
        </pc:spChg>
        <pc:spChg chg="add mod">
          <ac:chgData name="Fien Spriet" userId="28c6bad0-c7dd-4315-9906-c1a71a1827bd" providerId="ADAL" clId="{427E6D56-DDB6-4A0E-B562-B2D74B9DBA17}" dt="2024-11-21T21:55:58.305" v="1923" actId="1036"/>
          <ac:spMkLst>
            <pc:docMk/>
            <pc:sldMk cId="4028695563" sldId="903"/>
            <ac:spMk id="35" creationId="{D1555D5F-DEC1-0D60-45EE-2539488A091C}"/>
          </ac:spMkLst>
        </pc:spChg>
        <pc:spChg chg="add mod">
          <ac:chgData name="Fien Spriet" userId="28c6bad0-c7dd-4315-9906-c1a71a1827bd" providerId="ADAL" clId="{427E6D56-DDB6-4A0E-B562-B2D74B9DBA17}" dt="2024-11-21T21:55:58.305" v="1923" actId="1036"/>
          <ac:spMkLst>
            <pc:docMk/>
            <pc:sldMk cId="4028695563" sldId="903"/>
            <ac:spMk id="37" creationId="{6DCBAE6E-9D12-0A9C-53F6-70301B6679DD}"/>
          </ac:spMkLst>
        </pc:spChg>
        <pc:spChg chg="add mod">
          <ac:chgData name="Fien Spriet" userId="28c6bad0-c7dd-4315-9906-c1a71a1827bd" providerId="ADAL" clId="{427E6D56-DDB6-4A0E-B562-B2D74B9DBA17}" dt="2024-11-21T21:53:44.663" v="1851" actId="1076"/>
          <ac:spMkLst>
            <pc:docMk/>
            <pc:sldMk cId="4028695563" sldId="903"/>
            <ac:spMk id="39" creationId="{C479B72B-7AA4-EB1E-23B6-BB005A305B57}"/>
          </ac:spMkLst>
        </pc:spChg>
        <pc:grpChg chg="mod">
          <ac:chgData name="Fien Spriet" userId="28c6bad0-c7dd-4315-9906-c1a71a1827bd" providerId="ADAL" clId="{427E6D56-DDB6-4A0E-B562-B2D74B9DBA17}" dt="2024-11-21T21:42:33.905" v="1471" actId="1076"/>
          <ac:grpSpMkLst>
            <pc:docMk/>
            <pc:sldMk cId="4028695563" sldId="903"/>
            <ac:grpSpMk id="17" creationId="{FA394721-B9F5-D3F5-67C8-6FF375A227AF}"/>
          </ac:grpSpMkLst>
        </pc:grpChg>
        <pc:picChg chg="add del mod">
          <ac:chgData name="Fien Spriet" userId="28c6bad0-c7dd-4315-9906-c1a71a1827bd" providerId="ADAL" clId="{427E6D56-DDB6-4A0E-B562-B2D74B9DBA17}" dt="2024-11-21T21:32:10.036" v="927" actId="21"/>
          <ac:picMkLst>
            <pc:docMk/>
            <pc:sldMk cId="4028695563" sldId="903"/>
            <ac:picMk id="7" creationId="{EBF5FBE3-A6BC-6517-D4F6-8011A47CA144}"/>
          </ac:picMkLst>
        </pc:picChg>
        <pc:picChg chg="add mod">
          <ac:chgData name="Fien Spriet" userId="28c6bad0-c7dd-4315-9906-c1a71a1827bd" providerId="ADAL" clId="{427E6D56-DDB6-4A0E-B562-B2D74B9DBA17}" dt="2024-11-21T21:36:31.609" v="1039" actId="1038"/>
          <ac:picMkLst>
            <pc:docMk/>
            <pc:sldMk cId="4028695563" sldId="903"/>
            <ac:picMk id="8" creationId="{AE8BAB44-B93B-4723-0DFC-583E8CAB4C2B}"/>
          </ac:picMkLst>
        </pc:picChg>
        <pc:picChg chg="add mod">
          <ac:chgData name="Fien Spriet" userId="28c6bad0-c7dd-4315-9906-c1a71a1827bd" providerId="ADAL" clId="{427E6D56-DDB6-4A0E-B562-B2D74B9DBA17}" dt="2024-11-21T21:36:31.609" v="1039" actId="1038"/>
          <ac:picMkLst>
            <pc:docMk/>
            <pc:sldMk cId="4028695563" sldId="903"/>
            <ac:picMk id="10" creationId="{3F174557-22A4-7935-A59D-657A3D36B6C0}"/>
          </ac:picMkLst>
        </pc:picChg>
        <pc:picChg chg="add mod">
          <ac:chgData name="Fien Spriet" userId="28c6bad0-c7dd-4315-9906-c1a71a1827bd" providerId="ADAL" clId="{427E6D56-DDB6-4A0E-B562-B2D74B9DBA17}" dt="2024-11-21T21:36:31.609" v="1039" actId="1038"/>
          <ac:picMkLst>
            <pc:docMk/>
            <pc:sldMk cId="4028695563" sldId="903"/>
            <ac:picMk id="22" creationId="{18C78AB2-2B49-C0C5-DB28-CCD227E1DA6D}"/>
          </ac:picMkLst>
        </pc:picChg>
        <pc:picChg chg="add mod">
          <ac:chgData name="Fien Spriet" userId="28c6bad0-c7dd-4315-9906-c1a71a1827bd" providerId="ADAL" clId="{427E6D56-DDB6-4A0E-B562-B2D74B9DBA17}" dt="2024-11-21T21:36:31.609" v="1039" actId="1038"/>
          <ac:picMkLst>
            <pc:docMk/>
            <pc:sldMk cId="4028695563" sldId="903"/>
            <ac:picMk id="25" creationId="{E4363C26-D828-8FB0-0624-26BB98054E24}"/>
          </ac:picMkLst>
        </pc:picChg>
        <pc:picChg chg="del">
          <ac:chgData name="Fien Spriet" userId="28c6bad0-c7dd-4315-9906-c1a71a1827bd" providerId="ADAL" clId="{427E6D56-DDB6-4A0E-B562-B2D74B9DBA17}" dt="2024-11-21T21:30:29.995" v="912" actId="478"/>
          <ac:picMkLst>
            <pc:docMk/>
            <pc:sldMk cId="4028695563" sldId="903"/>
            <ac:picMk id="29" creationId="{FD30811F-519C-67A4-2806-16A546D86ACD}"/>
          </ac:picMkLst>
        </pc:picChg>
        <pc:picChg chg="add mod">
          <ac:chgData name="Fien Spriet" userId="28c6bad0-c7dd-4315-9906-c1a71a1827bd" providerId="ADAL" clId="{427E6D56-DDB6-4A0E-B562-B2D74B9DBA17}" dt="2024-11-21T21:39:04.849" v="1112" actId="1076"/>
          <ac:picMkLst>
            <pc:docMk/>
            <pc:sldMk cId="4028695563" sldId="903"/>
            <ac:picMk id="31" creationId="{93B01EE8-B68C-5DF0-0B07-0EC00B4858D8}"/>
          </ac:picMkLst>
        </pc:picChg>
        <pc:picChg chg="add mod">
          <ac:chgData name="Fien Spriet" userId="28c6bad0-c7dd-4315-9906-c1a71a1827bd" providerId="ADAL" clId="{427E6D56-DDB6-4A0E-B562-B2D74B9DBA17}" dt="2024-11-21T21:59:02.112" v="1999" actId="14100"/>
          <ac:picMkLst>
            <pc:docMk/>
            <pc:sldMk cId="4028695563" sldId="903"/>
            <ac:picMk id="33" creationId="{F0537C00-F3E0-108A-1A4F-B60262B846D9}"/>
          </ac:picMkLst>
        </pc:picChg>
        <pc:picChg chg="del">
          <ac:chgData name="Fien Spriet" userId="28c6bad0-c7dd-4315-9906-c1a71a1827bd" providerId="ADAL" clId="{427E6D56-DDB6-4A0E-B562-B2D74B9DBA17}" dt="2024-11-21T21:30:29.995" v="912" actId="478"/>
          <ac:picMkLst>
            <pc:docMk/>
            <pc:sldMk cId="4028695563" sldId="903"/>
            <ac:picMk id="41" creationId="{F4EA8A4F-5615-EB86-0F5B-2F77291E3B2E}"/>
          </ac:picMkLst>
        </pc:picChg>
        <pc:picChg chg="del">
          <ac:chgData name="Fien Spriet" userId="28c6bad0-c7dd-4315-9906-c1a71a1827bd" providerId="ADAL" clId="{427E6D56-DDB6-4A0E-B562-B2D74B9DBA17}" dt="2024-11-21T21:30:29.995" v="912" actId="478"/>
          <ac:picMkLst>
            <pc:docMk/>
            <pc:sldMk cId="4028695563" sldId="903"/>
            <ac:picMk id="44" creationId="{13806C11-A76E-3608-EE2E-0381DBECD86A}"/>
          </ac:picMkLst>
        </pc:picChg>
        <pc:picChg chg="del">
          <ac:chgData name="Fien Spriet" userId="28c6bad0-c7dd-4315-9906-c1a71a1827bd" providerId="ADAL" clId="{427E6D56-DDB6-4A0E-B562-B2D74B9DBA17}" dt="2024-11-21T21:30:29.995" v="912" actId="478"/>
          <ac:picMkLst>
            <pc:docMk/>
            <pc:sldMk cId="4028695563" sldId="903"/>
            <ac:picMk id="53" creationId="{5F694447-A7EF-6C17-ADE9-BA680E603C7A}"/>
          </ac:picMkLst>
        </pc:picChg>
        <pc:picChg chg="add mod">
          <ac:chgData name="Fien Spriet" userId="28c6bad0-c7dd-4315-9906-c1a71a1827bd" providerId="ADAL" clId="{427E6D56-DDB6-4A0E-B562-B2D74B9DBA17}" dt="2024-11-21T21:58:54.918" v="1998" actId="14100"/>
          <ac:picMkLst>
            <pc:docMk/>
            <pc:sldMk cId="4028695563" sldId="903"/>
            <ac:picMk id="54" creationId="{7BBDADD1-D04B-95D4-DD2B-FC6337A4B062}"/>
          </ac:picMkLst>
        </pc:picChg>
        <pc:picChg chg="del">
          <ac:chgData name="Fien Spriet" userId="28c6bad0-c7dd-4315-9906-c1a71a1827bd" providerId="ADAL" clId="{427E6D56-DDB6-4A0E-B562-B2D74B9DBA17}" dt="2024-11-21T21:30:29.995" v="912" actId="478"/>
          <ac:picMkLst>
            <pc:docMk/>
            <pc:sldMk cId="4028695563" sldId="903"/>
            <ac:picMk id="55" creationId="{995B8870-6CBC-DC0E-9245-E81F65CFF13D}"/>
          </ac:picMkLst>
        </pc:picChg>
        <pc:picChg chg="del">
          <ac:chgData name="Fien Spriet" userId="28c6bad0-c7dd-4315-9906-c1a71a1827bd" providerId="ADAL" clId="{427E6D56-DDB6-4A0E-B562-B2D74B9DBA17}" dt="2024-11-21T21:30:29.995" v="912" actId="478"/>
          <ac:picMkLst>
            <pc:docMk/>
            <pc:sldMk cId="4028695563" sldId="903"/>
            <ac:picMk id="57" creationId="{AAD4322B-1909-86FB-18DB-D3FCE87724E8}"/>
          </ac:picMkLst>
        </pc:picChg>
        <pc:picChg chg="del">
          <ac:chgData name="Fien Spriet" userId="28c6bad0-c7dd-4315-9906-c1a71a1827bd" providerId="ADAL" clId="{427E6D56-DDB6-4A0E-B562-B2D74B9DBA17}" dt="2024-11-21T21:33:45.939" v="989" actId="478"/>
          <ac:picMkLst>
            <pc:docMk/>
            <pc:sldMk cId="4028695563" sldId="903"/>
            <ac:picMk id="59" creationId="{9E120119-A827-41B0-893A-25C81A3BC860}"/>
          </ac:picMkLst>
        </pc:picChg>
        <pc:cxnChg chg="mod">
          <ac:chgData name="Fien Spriet" userId="28c6bad0-c7dd-4315-9906-c1a71a1827bd" providerId="ADAL" clId="{427E6D56-DDB6-4A0E-B562-B2D74B9DBA17}" dt="2024-11-21T21:55:03.801" v="1895" actId="1035"/>
          <ac:cxnSpMkLst>
            <pc:docMk/>
            <pc:sldMk cId="4028695563" sldId="903"/>
            <ac:cxnSpMk id="27" creationId="{7694145F-F1BE-FC32-B5E7-2C92064D89F5}"/>
          </ac:cxnSpMkLst>
        </pc:cxnChg>
        <pc:cxnChg chg="mod">
          <ac:chgData name="Fien Spriet" userId="28c6bad0-c7dd-4315-9906-c1a71a1827bd" providerId="ADAL" clId="{427E6D56-DDB6-4A0E-B562-B2D74B9DBA17}" dt="2024-11-21T21:55:03.801" v="1895" actId="1035"/>
          <ac:cxnSpMkLst>
            <pc:docMk/>
            <pc:sldMk cId="4028695563" sldId="903"/>
            <ac:cxnSpMk id="28" creationId="{DCD80F0A-CA1C-EF64-AA05-77309873071E}"/>
          </ac:cxnSpMkLst>
        </pc:cxnChg>
        <pc:cxnChg chg="add mod">
          <ac:chgData name="Fien Spriet" userId="28c6bad0-c7dd-4315-9906-c1a71a1827bd" providerId="ADAL" clId="{427E6D56-DDB6-4A0E-B562-B2D74B9DBA17}" dt="2024-11-21T21:55:58.305" v="1923" actId="1036"/>
          <ac:cxnSpMkLst>
            <pc:docMk/>
            <pc:sldMk cId="4028695563" sldId="903"/>
            <ac:cxnSpMk id="36" creationId="{37475E93-9471-774D-841A-5337906C08AF}"/>
          </ac:cxnSpMkLst>
        </pc:cxnChg>
        <pc:cxnChg chg="add mod">
          <ac:chgData name="Fien Spriet" userId="28c6bad0-c7dd-4315-9906-c1a71a1827bd" providerId="ADAL" clId="{427E6D56-DDB6-4A0E-B562-B2D74B9DBA17}" dt="2024-11-21T21:55:58.305" v="1923" actId="1036"/>
          <ac:cxnSpMkLst>
            <pc:docMk/>
            <pc:sldMk cId="4028695563" sldId="903"/>
            <ac:cxnSpMk id="38" creationId="{BC486863-9053-90E9-9102-E105AEA0B4B8}"/>
          </ac:cxnSpMkLst>
        </pc:cxnChg>
      </pc:sldChg>
      <pc:sldChg chg="addSp modSp add mod modAnim">
        <pc:chgData name="Fien Spriet" userId="28c6bad0-c7dd-4315-9906-c1a71a1827bd" providerId="ADAL" clId="{427E6D56-DDB6-4A0E-B562-B2D74B9DBA17}" dt="2024-11-21T21:51:16.265" v="1694" actId="1076"/>
        <pc:sldMkLst>
          <pc:docMk/>
          <pc:sldMk cId="639176054" sldId="904"/>
        </pc:sldMkLst>
        <pc:spChg chg="mod">
          <ac:chgData name="Fien Spriet" userId="28c6bad0-c7dd-4315-9906-c1a71a1827bd" providerId="ADAL" clId="{427E6D56-DDB6-4A0E-B562-B2D74B9DBA17}" dt="2024-11-21T21:49:54.902" v="1676" actId="208"/>
          <ac:spMkLst>
            <pc:docMk/>
            <pc:sldMk cId="639176054" sldId="904"/>
            <ac:spMk id="8" creationId="{835917A2-FBD5-A6A4-6E12-235BD9D3EAD8}"/>
          </ac:spMkLst>
        </pc:spChg>
        <pc:spChg chg="mod">
          <ac:chgData name="Fien Spriet" userId="28c6bad0-c7dd-4315-9906-c1a71a1827bd" providerId="ADAL" clId="{427E6D56-DDB6-4A0E-B562-B2D74B9DBA17}" dt="2024-11-21T21:49:54.902" v="1676" actId="208"/>
          <ac:spMkLst>
            <pc:docMk/>
            <pc:sldMk cId="639176054" sldId="904"/>
            <ac:spMk id="9" creationId="{E93A7713-08B5-B22B-9AF0-6DB91A7954E5}"/>
          </ac:spMkLst>
        </pc:spChg>
        <pc:spChg chg="mod">
          <ac:chgData name="Fien Spriet" userId="28c6bad0-c7dd-4315-9906-c1a71a1827bd" providerId="ADAL" clId="{427E6D56-DDB6-4A0E-B562-B2D74B9DBA17}" dt="2024-11-21T21:49:54.902" v="1676" actId="208"/>
          <ac:spMkLst>
            <pc:docMk/>
            <pc:sldMk cId="639176054" sldId="904"/>
            <ac:spMk id="23" creationId="{9804F247-2C00-299E-8C8A-37B5437E517D}"/>
          </ac:spMkLst>
        </pc:spChg>
        <pc:spChg chg="add mod">
          <ac:chgData name="Fien Spriet" userId="28c6bad0-c7dd-4315-9906-c1a71a1827bd" providerId="ADAL" clId="{427E6D56-DDB6-4A0E-B562-B2D74B9DBA17}" dt="2024-11-21T21:50:26.544" v="1680" actId="208"/>
          <ac:spMkLst>
            <pc:docMk/>
            <pc:sldMk cId="639176054" sldId="904"/>
            <ac:spMk id="29" creationId="{8AB275D6-D7DD-A39F-7DDE-3D3C7621AB98}"/>
          </ac:spMkLst>
        </pc:spChg>
        <pc:spChg chg="add mod">
          <ac:chgData name="Fien Spriet" userId="28c6bad0-c7dd-4315-9906-c1a71a1827bd" providerId="ADAL" clId="{427E6D56-DDB6-4A0E-B562-B2D74B9DBA17}" dt="2024-11-21T21:50:38.306" v="1683" actId="1076"/>
          <ac:spMkLst>
            <pc:docMk/>
            <pc:sldMk cId="639176054" sldId="904"/>
            <ac:spMk id="30" creationId="{B786BF6A-E285-E341-5D65-7AE5F7BFE728}"/>
          </ac:spMkLst>
        </pc:spChg>
        <pc:spChg chg="mod">
          <ac:chgData name="Fien Spriet" userId="28c6bad0-c7dd-4315-9906-c1a71a1827bd" providerId="ADAL" clId="{427E6D56-DDB6-4A0E-B562-B2D74B9DBA17}" dt="2024-11-21T21:49:54.902" v="1676" actId="208"/>
          <ac:spMkLst>
            <pc:docMk/>
            <pc:sldMk cId="639176054" sldId="904"/>
            <ac:spMk id="46" creationId="{35D4DBAC-C0F0-E792-B9D8-6097902A682F}"/>
          </ac:spMkLst>
        </pc:spChg>
        <pc:grpChg chg="mod">
          <ac:chgData name="Fien Spriet" userId="28c6bad0-c7dd-4315-9906-c1a71a1827bd" providerId="ADAL" clId="{427E6D56-DDB6-4A0E-B562-B2D74B9DBA17}" dt="2024-11-21T21:48:39.956" v="1670" actId="14100"/>
          <ac:grpSpMkLst>
            <pc:docMk/>
            <pc:sldMk cId="639176054" sldId="904"/>
            <ac:grpSpMk id="11" creationId="{C76FDC0C-4F31-6D99-D462-266E805C7D4D}"/>
          </ac:grpSpMkLst>
        </pc:grpChg>
        <pc:picChg chg="add mod">
          <ac:chgData name="Fien Spriet" userId="28c6bad0-c7dd-4315-9906-c1a71a1827bd" providerId="ADAL" clId="{427E6D56-DDB6-4A0E-B562-B2D74B9DBA17}" dt="2024-11-21T21:51:12.419" v="1692" actId="1076"/>
          <ac:picMkLst>
            <pc:docMk/>
            <pc:sldMk cId="639176054" sldId="904"/>
            <ac:picMk id="32" creationId="{44C062EB-430D-4217-D399-8149245CD5CA}"/>
          </ac:picMkLst>
        </pc:picChg>
        <pc:picChg chg="add mod">
          <ac:chgData name="Fien Spriet" userId="28c6bad0-c7dd-4315-9906-c1a71a1827bd" providerId="ADAL" clId="{427E6D56-DDB6-4A0E-B562-B2D74B9DBA17}" dt="2024-11-21T21:51:16.265" v="1694" actId="1076"/>
          <ac:picMkLst>
            <pc:docMk/>
            <pc:sldMk cId="639176054" sldId="904"/>
            <ac:picMk id="33" creationId="{A83D6FA9-D0CC-13DB-BB10-8F2EF6BF5056}"/>
          </ac:picMkLst>
        </pc:picChg>
        <pc:cxnChg chg="mod">
          <ac:chgData name="Fien Spriet" userId="28c6bad0-c7dd-4315-9906-c1a71a1827bd" providerId="ADAL" clId="{427E6D56-DDB6-4A0E-B562-B2D74B9DBA17}" dt="2024-11-21T21:49:54.902" v="1676" actId="208"/>
          <ac:cxnSpMkLst>
            <pc:docMk/>
            <pc:sldMk cId="639176054" sldId="904"/>
            <ac:cxnSpMk id="25" creationId="{C2069D40-2861-9449-311D-0CFC0968DDB3}"/>
          </ac:cxnSpMkLst>
        </pc:cxnChg>
        <pc:cxnChg chg="mod">
          <ac:chgData name="Fien Spriet" userId="28c6bad0-c7dd-4315-9906-c1a71a1827bd" providerId="ADAL" clId="{427E6D56-DDB6-4A0E-B562-B2D74B9DBA17}" dt="2024-11-21T21:49:54.902" v="1676" actId="208"/>
          <ac:cxnSpMkLst>
            <pc:docMk/>
            <pc:sldMk cId="639176054" sldId="904"/>
            <ac:cxnSpMk id="48" creationId="{133C0C5E-BE06-910E-3A22-66A46E09A1E5}"/>
          </ac:cxnSpMkLst>
        </pc:cxnChg>
      </pc:sldChg>
      <pc:sldChg chg="new del">
        <pc:chgData name="Fien Spriet" userId="28c6bad0-c7dd-4315-9906-c1a71a1827bd" providerId="ADAL" clId="{427E6D56-DDB6-4A0E-B562-B2D74B9DBA17}" dt="2024-11-21T21:40:32.905" v="1215" actId="680"/>
        <pc:sldMkLst>
          <pc:docMk/>
          <pc:sldMk cId="2587683005" sldId="904"/>
        </pc:sldMkLst>
      </pc:sldChg>
      <pc:sldChg chg="addSp delSp modSp add mod delAnim modAnim">
        <pc:chgData name="Fien Spriet" userId="28c6bad0-c7dd-4315-9906-c1a71a1827bd" providerId="ADAL" clId="{427E6D56-DDB6-4A0E-B562-B2D74B9DBA17}" dt="2024-11-21T21:59:59.336" v="2008" actId="20577"/>
        <pc:sldMkLst>
          <pc:docMk/>
          <pc:sldMk cId="3752611406" sldId="905"/>
        </pc:sldMkLst>
        <pc:spChg chg="mod">
          <ac:chgData name="Fien Spriet" userId="28c6bad0-c7dd-4315-9906-c1a71a1827bd" providerId="ADAL" clId="{427E6D56-DDB6-4A0E-B562-B2D74B9DBA17}" dt="2024-11-21T21:59:59.336" v="2008" actId="20577"/>
          <ac:spMkLst>
            <pc:docMk/>
            <pc:sldMk cId="3752611406" sldId="905"/>
            <ac:spMk id="21" creationId="{E66A6302-29A3-EDCB-33D7-F3B06E56EC5B}"/>
          </ac:spMkLst>
        </pc:spChg>
        <pc:spChg chg="mod">
          <ac:chgData name="Fien Spriet" userId="28c6bad0-c7dd-4315-9906-c1a71a1827bd" providerId="ADAL" clId="{427E6D56-DDB6-4A0E-B562-B2D74B9DBA17}" dt="2024-11-21T21:56:39.447" v="1943" actId="1076"/>
          <ac:spMkLst>
            <pc:docMk/>
            <pc:sldMk cId="3752611406" sldId="905"/>
            <ac:spMk id="23" creationId="{D7423177-5D4B-F2E1-EE2A-7BCD6D5D042B}"/>
          </ac:spMkLst>
        </pc:spChg>
        <pc:spChg chg="mod">
          <ac:chgData name="Fien Spriet" userId="28c6bad0-c7dd-4315-9906-c1a71a1827bd" providerId="ADAL" clId="{427E6D56-DDB6-4A0E-B562-B2D74B9DBA17}" dt="2024-11-21T21:56:39.447" v="1943" actId="1076"/>
          <ac:spMkLst>
            <pc:docMk/>
            <pc:sldMk cId="3752611406" sldId="905"/>
            <ac:spMk id="26" creationId="{202A62D8-78E5-9395-23D0-41852743B7E2}"/>
          </ac:spMkLst>
        </pc:spChg>
        <pc:spChg chg="del mod">
          <ac:chgData name="Fien Spriet" userId="28c6bad0-c7dd-4315-9906-c1a71a1827bd" providerId="ADAL" clId="{427E6D56-DDB6-4A0E-B562-B2D74B9DBA17}" dt="2024-11-21T21:52:21.266" v="1755" actId="478"/>
          <ac:spMkLst>
            <pc:docMk/>
            <pc:sldMk cId="3752611406" sldId="905"/>
            <ac:spMk id="35" creationId="{FD594847-C082-9CDD-05F9-AB2C7F4C7419}"/>
          </ac:spMkLst>
        </pc:spChg>
        <pc:spChg chg="del">
          <ac:chgData name="Fien Spriet" userId="28c6bad0-c7dd-4315-9906-c1a71a1827bd" providerId="ADAL" clId="{427E6D56-DDB6-4A0E-B562-B2D74B9DBA17}" dt="2024-11-21T21:52:21.938" v="1756" actId="478"/>
          <ac:spMkLst>
            <pc:docMk/>
            <pc:sldMk cId="3752611406" sldId="905"/>
            <ac:spMk id="37" creationId="{ED1C4519-8B12-35B4-C76E-58BE4EB5213C}"/>
          </ac:spMkLst>
        </pc:spChg>
        <pc:spChg chg="del">
          <ac:chgData name="Fien Spriet" userId="28c6bad0-c7dd-4315-9906-c1a71a1827bd" providerId="ADAL" clId="{427E6D56-DDB6-4A0E-B562-B2D74B9DBA17}" dt="2024-11-21T21:52:24.187" v="1759" actId="478"/>
          <ac:spMkLst>
            <pc:docMk/>
            <pc:sldMk cId="3752611406" sldId="905"/>
            <ac:spMk id="39" creationId="{657DE68F-048C-740E-C18B-2ADE24153A7C}"/>
          </ac:spMkLst>
        </pc:spChg>
        <pc:picChg chg="add mod">
          <ac:chgData name="Fien Spriet" userId="28c6bad0-c7dd-4315-9906-c1a71a1827bd" providerId="ADAL" clId="{427E6D56-DDB6-4A0E-B562-B2D74B9DBA17}" dt="2024-11-21T21:59:42.484" v="2006" actId="1037"/>
          <ac:picMkLst>
            <pc:docMk/>
            <pc:sldMk cId="3752611406" sldId="905"/>
            <ac:picMk id="6" creationId="{7581FF27-A893-9AF9-8FF7-6B40EC58E722}"/>
          </ac:picMkLst>
        </pc:picChg>
        <pc:picChg chg="del">
          <ac:chgData name="Fien Spriet" userId="28c6bad0-c7dd-4315-9906-c1a71a1827bd" providerId="ADAL" clId="{427E6D56-DDB6-4A0E-B562-B2D74B9DBA17}" dt="2024-11-21T21:51:49.233" v="1696" actId="478"/>
          <ac:picMkLst>
            <pc:docMk/>
            <pc:sldMk cId="3752611406" sldId="905"/>
            <ac:picMk id="8" creationId="{70C5D51F-86E9-1FE7-76CA-6D0A2A19A6B7}"/>
          </ac:picMkLst>
        </pc:picChg>
        <pc:picChg chg="add mod">
          <ac:chgData name="Fien Spriet" userId="28c6bad0-c7dd-4315-9906-c1a71a1827bd" providerId="ADAL" clId="{427E6D56-DDB6-4A0E-B562-B2D74B9DBA17}" dt="2024-11-21T21:59:42.484" v="2006" actId="1037"/>
          <ac:picMkLst>
            <pc:docMk/>
            <pc:sldMk cId="3752611406" sldId="905"/>
            <ac:picMk id="9" creationId="{1AF8CCB8-BC33-55D4-8504-560570399A19}"/>
          </ac:picMkLst>
        </pc:picChg>
        <pc:picChg chg="del">
          <ac:chgData name="Fien Spriet" userId="28c6bad0-c7dd-4315-9906-c1a71a1827bd" providerId="ADAL" clId="{427E6D56-DDB6-4A0E-B562-B2D74B9DBA17}" dt="2024-11-21T21:51:49.233" v="1696" actId="478"/>
          <ac:picMkLst>
            <pc:docMk/>
            <pc:sldMk cId="3752611406" sldId="905"/>
            <ac:picMk id="10" creationId="{DA5AC1F9-4462-A400-A19B-1FBA4D09E1EA}"/>
          </ac:picMkLst>
        </pc:picChg>
        <pc:picChg chg="del">
          <ac:chgData name="Fien Spriet" userId="28c6bad0-c7dd-4315-9906-c1a71a1827bd" providerId="ADAL" clId="{427E6D56-DDB6-4A0E-B562-B2D74B9DBA17}" dt="2024-11-21T21:51:49.233" v="1696" actId="478"/>
          <ac:picMkLst>
            <pc:docMk/>
            <pc:sldMk cId="3752611406" sldId="905"/>
            <ac:picMk id="22" creationId="{70386C03-3FB1-1444-DF55-6AE49FB2AE1E}"/>
          </ac:picMkLst>
        </pc:picChg>
        <pc:picChg chg="del">
          <ac:chgData name="Fien Spriet" userId="28c6bad0-c7dd-4315-9906-c1a71a1827bd" providerId="ADAL" clId="{427E6D56-DDB6-4A0E-B562-B2D74B9DBA17}" dt="2024-11-21T21:51:49.233" v="1696" actId="478"/>
          <ac:picMkLst>
            <pc:docMk/>
            <pc:sldMk cId="3752611406" sldId="905"/>
            <ac:picMk id="25" creationId="{1087C128-4D7C-F29C-6A28-202AD96DE4B8}"/>
          </ac:picMkLst>
        </pc:picChg>
        <pc:picChg chg="del">
          <ac:chgData name="Fien Spriet" userId="28c6bad0-c7dd-4315-9906-c1a71a1827bd" providerId="ADAL" clId="{427E6D56-DDB6-4A0E-B562-B2D74B9DBA17}" dt="2024-11-21T21:51:49.233" v="1696" actId="478"/>
          <ac:picMkLst>
            <pc:docMk/>
            <pc:sldMk cId="3752611406" sldId="905"/>
            <ac:picMk id="31" creationId="{14B5A060-91C5-564B-77C0-1A8ED61C54C0}"/>
          </ac:picMkLst>
        </pc:picChg>
        <pc:picChg chg="del">
          <ac:chgData name="Fien Spriet" userId="28c6bad0-c7dd-4315-9906-c1a71a1827bd" providerId="ADAL" clId="{427E6D56-DDB6-4A0E-B562-B2D74B9DBA17}" dt="2024-11-21T21:51:49.233" v="1696" actId="478"/>
          <ac:picMkLst>
            <pc:docMk/>
            <pc:sldMk cId="3752611406" sldId="905"/>
            <ac:picMk id="33" creationId="{FDF93336-9055-3C64-2E82-3BC3FE732518}"/>
          </ac:picMkLst>
        </pc:picChg>
        <pc:picChg chg="mod">
          <ac:chgData name="Fien Spriet" userId="28c6bad0-c7dd-4315-9906-c1a71a1827bd" providerId="ADAL" clId="{427E6D56-DDB6-4A0E-B562-B2D74B9DBA17}" dt="2024-11-21T21:59:42.484" v="2006" actId="1037"/>
          <ac:picMkLst>
            <pc:docMk/>
            <pc:sldMk cId="3752611406" sldId="905"/>
            <ac:picMk id="54" creationId="{93A95D5C-8BD4-F4B3-234E-52F80C59E3DE}"/>
          </ac:picMkLst>
        </pc:picChg>
        <pc:cxnChg chg="mod">
          <ac:chgData name="Fien Spriet" userId="28c6bad0-c7dd-4315-9906-c1a71a1827bd" providerId="ADAL" clId="{427E6D56-DDB6-4A0E-B562-B2D74B9DBA17}" dt="2024-11-21T21:56:39.447" v="1943" actId="1076"/>
          <ac:cxnSpMkLst>
            <pc:docMk/>
            <pc:sldMk cId="3752611406" sldId="905"/>
            <ac:cxnSpMk id="27" creationId="{EEAE6DAE-3531-2B57-126D-FD4DD8CCA672}"/>
          </ac:cxnSpMkLst>
        </pc:cxnChg>
        <pc:cxnChg chg="mod">
          <ac:chgData name="Fien Spriet" userId="28c6bad0-c7dd-4315-9906-c1a71a1827bd" providerId="ADAL" clId="{427E6D56-DDB6-4A0E-B562-B2D74B9DBA17}" dt="2024-11-21T21:56:39.447" v="1943" actId="1076"/>
          <ac:cxnSpMkLst>
            <pc:docMk/>
            <pc:sldMk cId="3752611406" sldId="905"/>
            <ac:cxnSpMk id="28" creationId="{E1D6E8B6-3347-CB3E-73F7-232EA5899902}"/>
          </ac:cxnSpMkLst>
        </pc:cxnChg>
        <pc:cxnChg chg="del mod">
          <ac:chgData name="Fien Spriet" userId="28c6bad0-c7dd-4315-9906-c1a71a1827bd" providerId="ADAL" clId="{427E6D56-DDB6-4A0E-B562-B2D74B9DBA17}" dt="2024-11-21T21:52:22.730" v="1757" actId="478"/>
          <ac:cxnSpMkLst>
            <pc:docMk/>
            <pc:sldMk cId="3752611406" sldId="905"/>
            <ac:cxnSpMk id="36" creationId="{9B846892-29B1-D94F-D201-0DEE0A6F69F1}"/>
          </ac:cxnSpMkLst>
        </pc:cxnChg>
        <pc:cxnChg chg="del mod">
          <ac:chgData name="Fien Spriet" userId="28c6bad0-c7dd-4315-9906-c1a71a1827bd" providerId="ADAL" clId="{427E6D56-DDB6-4A0E-B562-B2D74B9DBA17}" dt="2024-11-21T21:52:23.638" v="1758" actId="478"/>
          <ac:cxnSpMkLst>
            <pc:docMk/>
            <pc:sldMk cId="3752611406" sldId="905"/>
            <ac:cxnSpMk id="38" creationId="{69D4EFA5-E9C5-FF5E-50FD-99A9EEAC188B}"/>
          </ac:cxnSpMkLst>
        </pc:cxnChg>
      </pc:sldChg>
    </pc:docChg>
  </pc:docChgLst>
  <pc:docChgLst>
    <pc:chgData name="Fien Spriet" userId="28c6bad0-c7dd-4315-9906-c1a71a1827bd" providerId="ADAL" clId="{643367F0-E2D0-4714-9E44-EE708B2B2FFD}"/>
    <pc:docChg chg="undo custSel addSld delSld modSld modNotesMaster modHandout">
      <pc:chgData name="Fien Spriet" userId="28c6bad0-c7dd-4315-9906-c1a71a1827bd" providerId="ADAL" clId="{643367F0-E2D0-4714-9E44-EE708B2B2FFD}" dt="2023-11-15T22:38:28.226" v="84" actId="729"/>
      <pc:docMkLst>
        <pc:docMk/>
      </pc:docMkLst>
      <pc:sldChg chg="modSp mod">
        <pc:chgData name="Fien Spriet" userId="28c6bad0-c7dd-4315-9906-c1a71a1827bd" providerId="ADAL" clId="{643367F0-E2D0-4714-9E44-EE708B2B2FFD}" dt="2023-11-15T22:28:19.357" v="7" actId="20577"/>
        <pc:sldMkLst>
          <pc:docMk/>
          <pc:sldMk cId="915807263" sldId="272"/>
        </pc:sldMkLst>
        <pc:spChg chg="mod">
          <ac:chgData name="Fien Spriet" userId="28c6bad0-c7dd-4315-9906-c1a71a1827bd" providerId="ADAL" clId="{643367F0-E2D0-4714-9E44-EE708B2B2FFD}" dt="2023-11-15T22:28:19.357" v="7" actId="20577"/>
          <ac:spMkLst>
            <pc:docMk/>
            <pc:sldMk cId="915807263" sldId="272"/>
            <ac:spMk id="22" creationId="{00000000-0000-0000-0000-000000000000}"/>
          </ac:spMkLst>
        </pc:spChg>
      </pc:sldChg>
      <pc:sldChg chg="addSp delSp modSp add mod">
        <pc:chgData name="Fien Spriet" userId="28c6bad0-c7dd-4315-9906-c1a71a1827bd" providerId="ADAL" clId="{643367F0-E2D0-4714-9E44-EE708B2B2FFD}" dt="2023-11-15T22:28:33.715" v="41" actId="478"/>
        <pc:sldMkLst>
          <pc:docMk/>
          <pc:sldMk cId="2625178969" sldId="856"/>
        </pc:sldMkLst>
        <pc:spChg chg="add mod">
          <ac:chgData name="Fien Spriet" userId="28c6bad0-c7dd-4315-9906-c1a71a1827bd" providerId="ADAL" clId="{643367F0-E2D0-4714-9E44-EE708B2B2FFD}" dt="2023-11-15T22:28:33.715" v="41" actId="478"/>
          <ac:spMkLst>
            <pc:docMk/>
            <pc:sldMk cId="2625178969" sldId="856"/>
            <ac:spMk id="4" creationId="{9DB69ECC-9BD4-C857-98F0-84C23FE18B5F}"/>
          </ac:spMkLst>
        </pc:spChg>
        <pc:spChg chg="del">
          <ac:chgData name="Fien Spriet" userId="28c6bad0-c7dd-4315-9906-c1a71a1827bd" providerId="ADAL" clId="{643367F0-E2D0-4714-9E44-EE708B2B2FFD}" dt="2023-11-15T22:28:33.715" v="41" actId="478"/>
          <ac:spMkLst>
            <pc:docMk/>
            <pc:sldMk cId="2625178969" sldId="856"/>
            <ac:spMk id="15" creationId="{00000000-0000-0000-0000-000000000000}"/>
          </ac:spMkLst>
        </pc:spChg>
        <pc:spChg chg="mod">
          <ac:chgData name="Fien Spriet" userId="28c6bad0-c7dd-4315-9906-c1a71a1827bd" providerId="ADAL" clId="{643367F0-E2D0-4714-9E44-EE708B2B2FFD}" dt="2023-11-15T22:28:31.086" v="40" actId="20577"/>
          <ac:spMkLst>
            <pc:docMk/>
            <pc:sldMk cId="2625178969" sldId="856"/>
            <ac:spMk id="20" creationId="{00000000-0000-0000-0000-000000000000}"/>
          </ac:spMkLst>
        </pc:spChg>
      </pc:sldChg>
      <pc:sldChg chg="addSp delSp modSp mod">
        <pc:chgData name="Fien Spriet" userId="28c6bad0-c7dd-4315-9906-c1a71a1827bd" providerId="ADAL" clId="{643367F0-E2D0-4714-9E44-EE708B2B2FFD}" dt="2023-11-15T22:30:33.738" v="50" actId="167"/>
        <pc:sldMkLst>
          <pc:docMk/>
          <pc:sldMk cId="3170510318" sldId="873"/>
        </pc:sldMkLst>
        <pc:picChg chg="add mod ord">
          <ac:chgData name="Fien Spriet" userId="28c6bad0-c7dd-4315-9906-c1a71a1827bd" providerId="ADAL" clId="{643367F0-E2D0-4714-9E44-EE708B2B2FFD}" dt="2023-11-15T22:30:33.738" v="50" actId="167"/>
          <ac:picMkLst>
            <pc:docMk/>
            <pc:sldMk cId="3170510318" sldId="873"/>
            <ac:picMk id="3" creationId="{C4AA4E6F-D745-3533-8AD0-D769B6CEA305}"/>
          </ac:picMkLst>
        </pc:picChg>
        <pc:picChg chg="del">
          <ac:chgData name="Fien Spriet" userId="28c6bad0-c7dd-4315-9906-c1a71a1827bd" providerId="ADAL" clId="{643367F0-E2D0-4714-9E44-EE708B2B2FFD}" dt="2023-11-15T22:30:19.582" v="45" actId="478"/>
          <ac:picMkLst>
            <pc:docMk/>
            <pc:sldMk cId="3170510318" sldId="873"/>
            <ac:picMk id="5" creationId="{CF63186F-48B3-BD83-36D2-CD21C92D5FF6}"/>
          </ac:picMkLst>
        </pc:picChg>
      </pc:sldChg>
      <pc:sldChg chg="mod modShow">
        <pc:chgData name="Fien Spriet" userId="28c6bad0-c7dd-4315-9906-c1a71a1827bd" providerId="ADAL" clId="{643367F0-E2D0-4714-9E44-EE708B2B2FFD}" dt="2023-11-15T22:38:28.226" v="84" actId="729"/>
        <pc:sldMkLst>
          <pc:docMk/>
          <pc:sldMk cId="711262040" sldId="880"/>
        </pc:sldMkLst>
      </pc:sldChg>
      <pc:sldChg chg="mod modShow">
        <pc:chgData name="Fien Spriet" userId="28c6bad0-c7dd-4315-9906-c1a71a1827bd" providerId="ADAL" clId="{643367F0-E2D0-4714-9E44-EE708B2B2FFD}" dt="2023-11-15T22:38:28.226" v="84" actId="729"/>
        <pc:sldMkLst>
          <pc:docMk/>
          <pc:sldMk cId="2649753759" sldId="888"/>
        </pc:sldMkLst>
      </pc:sldChg>
      <pc:sldChg chg="del">
        <pc:chgData name="Fien Spriet" userId="28c6bad0-c7dd-4315-9906-c1a71a1827bd" providerId="ADAL" clId="{643367F0-E2D0-4714-9E44-EE708B2B2FFD}" dt="2023-11-15T22:38:24.316" v="83" actId="47"/>
        <pc:sldMkLst>
          <pc:docMk/>
          <pc:sldMk cId="3458774184" sldId="889"/>
        </pc:sldMkLst>
      </pc:sldChg>
      <pc:sldChg chg="modSp add del mod modShow">
        <pc:chgData name="Fien Spriet" userId="28c6bad0-c7dd-4315-9906-c1a71a1827bd" providerId="ADAL" clId="{643367F0-E2D0-4714-9E44-EE708B2B2FFD}" dt="2023-11-15T22:38:22.481" v="82" actId="47"/>
        <pc:sldMkLst>
          <pc:docMk/>
          <pc:sldMk cId="956143234" sldId="890"/>
        </pc:sldMkLst>
        <pc:spChg chg="mod">
          <ac:chgData name="Fien Spriet" userId="28c6bad0-c7dd-4315-9906-c1a71a1827bd" providerId="ADAL" clId="{643367F0-E2D0-4714-9E44-EE708B2B2FFD}" dt="2023-11-15T22:30:51.342" v="71" actId="20577"/>
          <ac:spMkLst>
            <pc:docMk/>
            <pc:sldMk cId="956143234" sldId="890"/>
            <ac:spMk id="20" creationId="{00000000-0000-0000-0000-000000000000}"/>
          </ac:spMkLst>
        </pc:spChg>
      </pc:sldChg>
      <pc:sldChg chg="addSp delSp modSp add mod replId">
        <pc:chgData name="Fien Spriet" userId="28c6bad0-c7dd-4315-9906-c1a71a1827bd" providerId="ADAL" clId="{643367F0-E2D0-4714-9E44-EE708B2B2FFD}" dt="2023-11-15T22:31:05.207" v="77" actId="167"/>
        <pc:sldMkLst>
          <pc:docMk/>
          <pc:sldMk cId="3235059197" sldId="891"/>
        </pc:sldMkLst>
        <pc:picChg chg="del">
          <ac:chgData name="Fien Spriet" userId="28c6bad0-c7dd-4315-9906-c1a71a1827bd" providerId="ADAL" clId="{643367F0-E2D0-4714-9E44-EE708B2B2FFD}" dt="2023-11-15T22:30:55.591" v="72" actId="478"/>
          <ac:picMkLst>
            <pc:docMk/>
            <pc:sldMk cId="3235059197" sldId="891"/>
            <ac:picMk id="3" creationId="{C4AA4E6F-D745-3533-8AD0-D769B6CEA305}"/>
          </ac:picMkLst>
        </pc:picChg>
        <pc:picChg chg="add mod ord">
          <ac:chgData name="Fien Spriet" userId="28c6bad0-c7dd-4315-9906-c1a71a1827bd" providerId="ADAL" clId="{643367F0-E2D0-4714-9E44-EE708B2B2FFD}" dt="2023-11-15T22:31:05.207" v="77" actId="167"/>
          <ac:picMkLst>
            <pc:docMk/>
            <pc:sldMk cId="3235059197" sldId="891"/>
            <ac:picMk id="4" creationId="{1A3947C4-3047-F5C2-E4E3-5016ED5A0E3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14BC5D-A909-794A-9D1F-04242A5D21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2D39D-108B-8343-B595-3F5E89FF8C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247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6A3F5-E40A-BE4C-A81C-F39E5E70F4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70B75-D9A9-6C4D-B558-BA6354982D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247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r">
              <a:defRPr sz="1200"/>
            </a:lvl1pPr>
          </a:lstStyle>
          <a:p>
            <a:fld id="{91488359-39DF-1646-878F-232245F3C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326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1"/>
            <a:ext cx="4434999" cy="356437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r">
              <a:defRPr sz="1200"/>
            </a:lvl1pPr>
          </a:lstStyle>
          <a:p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6088" y="887413"/>
            <a:ext cx="4262437" cy="2398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2" tIns="49522" rIns="99042" bIns="49522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418830"/>
            <a:ext cx="8187690" cy="2797225"/>
          </a:xfrm>
          <a:prstGeom prst="rect">
            <a:avLst/>
          </a:prstGeom>
        </p:spPr>
        <p:txBody>
          <a:bodyPr vert="horz" lIns="99042" tIns="49522" rIns="99042" bIns="4952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30"/>
            <a:ext cx="4434999" cy="356436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r">
              <a:defRPr sz="1200"/>
            </a:lvl1pPr>
          </a:lstStyle>
          <a:p>
            <a:fld id="{C73136C4-34BF-4F63-8452-154E418119A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7896867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136C4-34BF-4F63-8452-154E418119A9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6300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D718B-BD16-BD23-5E5D-0DF55D5D4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68242-7701-C956-8736-392001AA1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85EE3-2B5B-D408-A4EF-E08E98E24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F5F31-E5EB-2D64-339A-F76F4BD81FB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C10F8-EEBA-603B-2D08-6FDE6DABE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136C4-34BF-4F63-8452-154E418119A9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73406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50E61-0BD2-60B8-7C2D-C7A5433E1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C0EE7-3CE2-87B1-E40E-F2A735D1B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60001-27E5-84E3-9A64-CBECF67EF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1B767-6CD6-E966-9151-00B0437E314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55E7E-1BF2-FFE8-0B21-8585B082A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136C4-34BF-4F63-8452-154E418119A9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73632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AFE40-937F-1BA4-1DCA-95C8487D1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538A1D-0A0F-4690-C880-F793E39FC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ABA5C-422C-04E6-F801-9F6C2C9F0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9FB54-63C7-7C14-2BC7-91D21A2C72F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4E946-32AD-908E-22CA-B15A56F8D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136C4-34BF-4F63-8452-154E418119A9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36664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77021" y="3816635"/>
            <a:ext cx="1464251" cy="82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239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5080" y="3908399"/>
            <a:ext cx="1460185" cy="82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07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Autofit/>
          </a:bodyPr>
          <a:lstStyle>
            <a:lvl1pPr algn="l">
              <a:defRPr sz="4200" b="0" i="0" baseline="0">
                <a:solidFill>
                  <a:srgbClr val="FFFFFF"/>
                </a:solidFill>
                <a:latin typeface="Montserrat ExtraBold" pitchFamily="2" charset="77"/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14650"/>
            <a:ext cx="7772400" cy="758328"/>
          </a:xfrm>
        </p:spPr>
        <p:txBody>
          <a:bodyPr>
            <a:normAutofit/>
          </a:bodyPr>
          <a:lstStyle>
            <a:lvl1pPr marL="0" indent="0" algn="l">
              <a:buNone/>
              <a:defRPr lang="nl-BE" sz="3200" b="0" i="0" kern="1200" baseline="0" dirty="0">
                <a:solidFill>
                  <a:srgbClr val="FFFFFF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92825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Autofit/>
          </a:bodyPr>
          <a:lstStyle>
            <a:lvl1pPr algn="l">
              <a:defRPr lang="nl-BE" sz="4200" b="0" i="0" kern="1200" baseline="0" dirty="0">
                <a:solidFill>
                  <a:schemeClr val="tx1"/>
                </a:solidFill>
                <a:latin typeface="Montserrat ExtraBold" pitchFamily="2" charset="77"/>
                <a:ea typeface="+mj-ea"/>
                <a:cs typeface="+mj-cs"/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26443"/>
            <a:ext cx="7772400" cy="758328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9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6438" y="741759"/>
            <a:ext cx="3856038" cy="1172312"/>
          </a:xfrm>
        </p:spPr>
        <p:txBody>
          <a:bodyPr anchor="t" anchorCtr="0">
            <a:noAutofit/>
          </a:bodyPr>
          <a:lstStyle>
            <a:lvl1pPr algn="l"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706438" y="2160389"/>
            <a:ext cx="2824162" cy="1876621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300">
                <a:solidFill>
                  <a:srgbClr val="FFFFFE"/>
                </a:solidFill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0643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14331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9627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tx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9627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1" i="0" kern="1200" smtClean="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9627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52062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lok naast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337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rgbClr val="FFFFFE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7" y="2160389"/>
            <a:ext cx="4217429" cy="1893451"/>
          </a:xfrm>
        </p:spPr>
        <p:txBody>
          <a:bodyPr>
            <a:normAutofit/>
          </a:bodyPr>
          <a:lstStyle>
            <a:lvl1pPr marL="0" indent="0" algn="l">
              <a:buNone/>
              <a:defRPr sz="12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5337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0" i="0" kern="1200" smtClean="0">
                <a:solidFill>
                  <a:srgbClr val="FFFFFE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91193"/>
            <a:ext cx="3856037" cy="344488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8855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rgbClr val="FFFFFE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2300" b="0" i="0" kern="1200" smtClean="0">
                <a:solidFill>
                  <a:srgbClr val="FFFFFE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458500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49368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tx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9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95338" y="2178050"/>
            <a:ext cx="3508375" cy="1888052"/>
          </a:xfrm>
        </p:spPr>
        <p:txBody>
          <a:bodyPr>
            <a:normAutofit/>
          </a:bodyPr>
          <a:lstStyle>
            <a:lvl1pPr marL="0" indent="0">
              <a:buNone/>
              <a:defRPr sz="1400" b="1" i="0"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48519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41839" y="741759"/>
            <a:ext cx="4134617" cy="3324343"/>
          </a:xfrm>
        </p:spPr>
        <p:txBody>
          <a:bodyPr/>
          <a:lstStyle>
            <a:lvl1pPr marL="0" indent="0">
              <a:buNone/>
              <a:defRPr>
                <a:solidFill>
                  <a:srgbClr val="FFFFFE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3856038" cy="1163241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rgbClr val="FFFFFE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95338" y="2170143"/>
            <a:ext cx="3119438" cy="1883697"/>
          </a:xfrm>
        </p:spPr>
        <p:txBody>
          <a:bodyPr>
            <a:normAutofit/>
          </a:bodyPr>
          <a:lstStyle>
            <a:lvl1pPr marL="0" indent="0">
              <a:buNone/>
              <a:defRPr lang="nl-BE" sz="1400" b="0" i="0" kern="1200" smtClean="0">
                <a:solidFill>
                  <a:srgbClr val="FFFFFE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6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73679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en beeld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682" y="731678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2682" y="2586067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812681" y="1591510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kern="120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573588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kern="120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795338" y="274478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440378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kst en beeld zwar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>
              <a:solidFill>
                <a:srgbClr val="000000"/>
              </a:solidFill>
            </a:endParaRP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12682" y="2614010"/>
            <a:ext cx="2379707" cy="1810502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812682" y="766594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0">
                <a:solidFill>
                  <a:srgbClr val="00000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812682" y="1619650"/>
            <a:ext cx="3508375" cy="847725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4592638" y="1601335"/>
            <a:ext cx="3508375" cy="847725"/>
          </a:xfrm>
        </p:spPr>
        <p:txBody>
          <a:bodyPr>
            <a:normAutofit/>
          </a:bodyPr>
          <a:lstStyle>
            <a:lvl1pPr marL="0" indent="0">
              <a:buNone/>
              <a:defRPr sz="2000" b="0"/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21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669509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kst en beeld zw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>
              <a:solidFill>
                <a:srgbClr val="000000"/>
              </a:solidFill>
            </a:endParaRP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92637" y="2616468"/>
            <a:ext cx="2379707" cy="1810502"/>
          </a:xfrm>
        </p:spPr>
        <p:txBody>
          <a:bodyPr/>
          <a:lstStyle>
            <a:lvl1pPr>
              <a:defRPr>
                <a:solidFill>
                  <a:srgbClr val="FFFFFE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4623" y="2596148"/>
            <a:ext cx="2379707" cy="181050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454623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 i="0">
                <a:solidFill>
                  <a:schemeClr val="bg2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454622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0" i="0" kern="1200" dirty="0" smtClean="0">
                <a:solidFill>
                  <a:schemeClr val="bg2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573588" y="1601591"/>
            <a:ext cx="3589791" cy="84823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nl-BE" sz="2000" b="1" i="0" kern="1200" dirty="0" smtClean="0">
                <a:solidFill>
                  <a:schemeClr val="bg2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marL="457200" indent="0">
              <a:buNone/>
              <a:defRPr>
                <a:solidFill>
                  <a:srgbClr val="FFFFFE"/>
                </a:solidFill>
              </a:defRPr>
            </a:lvl2pPr>
            <a:lvl3pPr marL="914400" indent="0">
              <a:buNone/>
              <a:defRPr>
                <a:solidFill>
                  <a:srgbClr val="FFFFFE"/>
                </a:solidFill>
              </a:defRPr>
            </a:lvl3pPr>
            <a:lvl4pPr marL="1371600" indent="0">
              <a:buNone/>
              <a:defRPr>
                <a:solidFill>
                  <a:srgbClr val="FFFFFE"/>
                </a:solidFill>
              </a:defRPr>
            </a:lvl4pPr>
            <a:lvl5pPr marL="1828800" indent="0">
              <a:buNone/>
              <a:defRPr>
                <a:solidFill>
                  <a:srgbClr val="FFFFFE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nl-BE" dirty="0">
                <a:solidFill>
                  <a:schemeClr val="bg2"/>
                </a:solidFill>
              </a:rPr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20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7200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545282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338" y="1499508"/>
            <a:ext cx="8229600" cy="2510850"/>
          </a:xfrm>
        </p:spPr>
        <p:txBody>
          <a:bodyPr>
            <a:normAutofit/>
          </a:bodyPr>
          <a:lstStyle>
            <a:lvl1pPr>
              <a:defRPr sz="2800" b="1" i="0">
                <a:solidFill>
                  <a:srgbClr val="FFFFFF"/>
                </a:solidFill>
                <a:latin typeface="Montserrat" panose="00000500000000000000" pitchFamily="2" charset="0"/>
              </a:defRPr>
            </a:lvl1pPr>
            <a:lvl2pPr>
              <a:defRPr sz="2400" b="1" i="0">
                <a:solidFill>
                  <a:srgbClr val="FFFFFF"/>
                </a:solidFill>
                <a:latin typeface="Montserrat" panose="00000500000000000000" pitchFamily="2" charset="0"/>
              </a:defRPr>
            </a:lvl2pPr>
            <a:lvl3pPr>
              <a:defRPr sz="2000" b="1" i="0">
                <a:solidFill>
                  <a:srgbClr val="FFFFFF"/>
                </a:solidFill>
                <a:latin typeface="Montserrat" panose="00000500000000000000" pitchFamily="2" charset="0"/>
              </a:defRPr>
            </a:lvl3pPr>
            <a:lvl4pPr>
              <a:defRPr sz="1800" b="1" i="0">
                <a:solidFill>
                  <a:srgbClr val="FFFFFF"/>
                </a:solidFill>
                <a:latin typeface="Montserrat" panose="00000500000000000000" pitchFamily="2" charset="0"/>
              </a:defRPr>
            </a:lvl4pPr>
            <a:lvl5pPr>
              <a:defRPr sz="1800" b="1" i="0">
                <a:solidFill>
                  <a:srgbClr val="FFFFFF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795338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0" i="0">
                <a:solidFill>
                  <a:schemeClr val="bg2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95338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000" b="1" i="0">
                <a:solidFill>
                  <a:srgbClr val="FFFFFE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553320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7" userDrawn="1">
          <p15:clr>
            <a:srgbClr val="FBAE40"/>
          </p15:clr>
        </p15:guide>
        <p15:guide id="2" pos="478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 w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338" y="973031"/>
            <a:ext cx="7963929" cy="3207083"/>
          </a:xfrm>
        </p:spPr>
        <p:txBody>
          <a:bodyPr>
            <a:normAutofit/>
          </a:bodyPr>
          <a:lstStyle>
            <a:lvl1pPr marL="266700" indent="-266700">
              <a:defRPr sz="2800"/>
            </a:lvl1pPr>
            <a:lvl2pPr marL="541338" indent="-274638">
              <a:defRPr sz="2400"/>
            </a:lvl2pPr>
            <a:lvl3pPr marL="808038" indent="-266700">
              <a:defRPr sz="2000"/>
            </a:lvl3pPr>
            <a:lvl4pPr marL="1076325" indent="-268288">
              <a:defRPr sz="1600"/>
            </a:lvl4pPr>
            <a:lvl5pPr marL="1343025" indent="-266700">
              <a:defRPr sz="1400"/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795338" y="268241"/>
            <a:ext cx="6334442" cy="684954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4A2CA899-AC19-4B6A-B13F-AC583E59F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6131" y="4508600"/>
            <a:ext cx="280117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50000"/>
                  </a:schemeClr>
                </a:solidFill>
                <a:latin typeface="Montserrat ExtraLight" panose="00000300000000000000" pitchFamily="2" charset="0"/>
              </a:defRPr>
            </a:lvl1pPr>
          </a:lstStyle>
          <a:p>
            <a:r>
              <a:rPr lang="nl-BE" dirty="0"/>
              <a:t>H04 Ontwikkel een applicatie - slide </a:t>
            </a:r>
            <a:fld id="{31D41983-889B-4BEB-B0C7-A6BBA21D0A1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43161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en opsomming zw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9508"/>
            <a:ext cx="8229600" cy="251085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57200" y="741759"/>
            <a:ext cx="6334442" cy="613093"/>
          </a:xfrm>
        </p:spPr>
        <p:txBody>
          <a:bodyPr anchor="t" anchorCtr="0">
            <a:noAutofit/>
          </a:bodyPr>
          <a:lstStyle>
            <a:lvl1pPr algn="l"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57200" y="284559"/>
            <a:ext cx="4116388" cy="32322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FFFFFE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467235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02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w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 marL="266700" indent="-266700">
              <a:defRPr sz="2800">
                <a:solidFill>
                  <a:schemeClr val="tx1"/>
                </a:solidFill>
              </a:defRPr>
            </a:lvl1pPr>
            <a:lvl2pPr marL="447675" indent="-266700">
              <a:defRPr sz="2400">
                <a:solidFill>
                  <a:schemeClr val="tx1"/>
                </a:solidFill>
              </a:defRPr>
            </a:lvl2pPr>
            <a:lvl3pPr marL="715963" indent="-268288">
              <a:defRPr sz="2000">
                <a:solidFill>
                  <a:schemeClr val="tx1"/>
                </a:solidFill>
              </a:defRPr>
            </a:lvl3pPr>
            <a:lvl4pPr marL="982663" indent="-266700">
              <a:defRPr sz="1800">
                <a:solidFill>
                  <a:schemeClr val="tx1"/>
                </a:solidFill>
              </a:defRPr>
            </a:lvl4pPr>
            <a:lvl5pPr marL="1257300" indent="-274638"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44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en kolom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51085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816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 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2469" y="215811"/>
            <a:ext cx="7891462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812" y="1200151"/>
            <a:ext cx="3709987" cy="255647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55647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C05C56-5CF2-4249-B076-C08C014F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950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00151"/>
            <a:ext cx="3784600" cy="25564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55647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994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ran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624320" y="98552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BF45A9F-901A-D64D-A315-8B4BF379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215811"/>
            <a:ext cx="8229600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2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5263050-C631-2B4F-9EF4-AB772103D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0880" y="1200151"/>
            <a:ext cx="3881120" cy="2556477"/>
          </a:xfr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16F3D89-0724-4142-8869-8A328BB7E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6000" y="1200151"/>
            <a:ext cx="3860800" cy="2556477"/>
          </a:xfr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  <a:lvl2pPr>
              <a:defRPr sz="2400">
                <a:solidFill>
                  <a:schemeClr val="bg2"/>
                </a:solidFill>
              </a:defRPr>
            </a:lvl2pPr>
            <a:lvl3pPr>
              <a:defRPr sz="2000">
                <a:solidFill>
                  <a:schemeClr val="bg2"/>
                </a:solidFill>
              </a:defRPr>
            </a:lvl3pPr>
            <a:lvl4pPr>
              <a:defRPr sz="1800">
                <a:solidFill>
                  <a:schemeClr val="bg2"/>
                </a:solidFill>
              </a:defRPr>
            </a:lvl4pPr>
            <a:lvl5pPr>
              <a:defRPr sz="1800">
                <a:solidFill>
                  <a:schemeClr val="bg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FB545E-178D-D741-BE1A-D4D4823CBF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15" y="4235325"/>
            <a:ext cx="970237" cy="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786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- enk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635365"/>
            <a:ext cx="8229600" cy="857250"/>
          </a:xfrm>
        </p:spPr>
        <p:txBody>
          <a:bodyPr>
            <a:normAutofit/>
          </a:bodyPr>
          <a:lstStyle>
            <a:lvl1pPr algn="l">
              <a:defRPr sz="3200" b="0"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85813" y="284559"/>
            <a:ext cx="4116388" cy="323227"/>
          </a:xfr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3"/>
          </p:nvPr>
        </p:nvSpPr>
        <p:spPr>
          <a:xfrm>
            <a:off x="798513" y="1726681"/>
            <a:ext cx="8229600" cy="236619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nl-NL"/>
              <a:t>Klik op het pictogram als u een tabel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4202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- enkel wit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13" y="635365"/>
            <a:ext cx="8229600" cy="857250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F6323-F9CC-974B-B61C-787A796493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365" y="4238523"/>
            <a:ext cx="963902" cy="544714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85813" y="284559"/>
            <a:ext cx="4116388" cy="323227"/>
          </a:xfr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3"/>
          </p:nvPr>
        </p:nvSpPr>
        <p:spPr>
          <a:xfrm>
            <a:off x="798513" y="1690688"/>
            <a:ext cx="8229600" cy="241141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r>
              <a:rPr lang="nl-NL"/>
              <a:t>Klik op het pictogram als u een grafiek wilt toevoegen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642083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ussendia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43572" y="339699"/>
            <a:ext cx="8007583" cy="1021556"/>
          </a:xfrm>
        </p:spPr>
        <p:txBody>
          <a:bodyPr rIns="0" anchor="t"/>
          <a:lstStyle>
            <a:lvl1pPr algn="l">
              <a:defRPr sz="3000" b="0" cap="none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Titelstijl van model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43572" y="1617465"/>
            <a:ext cx="8007582" cy="1125140"/>
          </a:xfrm>
        </p:spPr>
        <p:txBody>
          <a:bodyPr anchor="t" anchorCtr="0"/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BE"/>
              <a:t>Klik om de tekststijl van het model te bewerken</a:t>
            </a:r>
          </a:p>
        </p:txBody>
      </p:sp>
      <p:sp>
        <p:nvSpPr>
          <p:cNvPr id="10" name="Rechthoek 9"/>
          <p:cNvSpPr/>
          <p:nvPr userDrawn="1"/>
        </p:nvSpPr>
        <p:spPr>
          <a:xfrm>
            <a:off x="360000" y="270000"/>
            <a:ext cx="8424000" cy="4603500"/>
          </a:xfrm>
          <a:prstGeom prst="rect">
            <a:avLst/>
          </a:prstGeom>
          <a:noFill/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46255" y="4550833"/>
            <a:ext cx="11049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25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5338" y="215811"/>
            <a:ext cx="7891462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5338" y="1200151"/>
            <a:ext cx="7891462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09239-DE83-4931-9267-F19CACA76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5338" y="472171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50000"/>
                  </a:schemeClr>
                </a:solidFill>
                <a:latin typeface="Montserrat ExtraLight" panose="00000300000000000000" pitchFamily="2" charset="0"/>
              </a:defRPr>
            </a:lvl1pPr>
          </a:lstStyle>
          <a:p>
            <a:r>
              <a:rPr lang="nl-BE"/>
              <a:t>slide </a:t>
            </a:r>
            <a:fld id="{31D41983-889B-4BEB-B0C7-A6BBA21D0A1F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62024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5" r:id="rId4"/>
    <p:sldLayoutId id="2147483661" r:id="rId5"/>
    <p:sldLayoutId id="2147483662" r:id="rId6"/>
    <p:sldLayoutId id="2147483663" r:id="rId7"/>
    <p:sldLayoutId id="2147483664" r:id="rId8"/>
    <p:sldLayoutId id="2147483666" r:id="rId9"/>
    <p:sldLayoutId id="2147483665" r:id="rId10"/>
    <p:sldLayoutId id="2147483668" r:id="rId11"/>
    <p:sldLayoutId id="2147483673" r:id="rId12"/>
    <p:sldLayoutId id="2147483670" r:id="rId13"/>
    <p:sldLayoutId id="2147483660" r:id="rId14"/>
    <p:sldLayoutId id="2147483650" r:id="rId15"/>
    <p:sldLayoutId id="2147483672" r:id="rId16"/>
    <p:sldLayoutId id="2147483674" r:id="rId17"/>
    <p:sldLayoutId id="2147483671" r:id="rId18"/>
    <p:sldLayoutId id="2147483667" r:id="rId19"/>
    <p:sldLayoutId id="2147483652" r:id="rId20"/>
    <p:sldLayoutId id="2147483675" r:id="rId21"/>
    <p:sldLayoutId id="2147483658" r:id="rId22"/>
    <p:sldLayoutId id="2147483677" r:id="rId23"/>
    <p:sldLayoutId id="2147483659" r:id="rId24"/>
    <p:sldLayoutId id="2147483678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1" i="0" kern="1200">
          <a:solidFill>
            <a:schemeClr val="tx1"/>
          </a:solidFill>
          <a:latin typeface="Montserrat SemiBold" panose="00000700000000000000" pitchFamily="2" charset="0"/>
          <a:ea typeface="+mj-ea"/>
          <a:cs typeface="+mj-cs"/>
        </a:defRPr>
      </a:lvl1pPr>
    </p:titleStyle>
    <p:bodyStyle>
      <a:lvl1pPr marL="266700" indent="-2667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28650" indent="-268288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895350" indent="-2667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163638" indent="-268288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1436688" indent="-273050" algn="l" defTabSz="457200" rtl="0" eaLnBrk="1" latinLnBrk="0" hangingPunct="1">
        <a:spcBef>
          <a:spcPct val="20000"/>
        </a:spcBef>
        <a:buFont typeface="Arial"/>
        <a:buChar char="»"/>
        <a:defRPr sz="14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7" userDrawn="1">
          <p15:clr>
            <a:srgbClr val="F26B43"/>
          </p15:clr>
        </p15:guide>
        <p15:guide id="2" pos="4785" userDrawn="1">
          <p15:clr>
            <a:srgbClr val="F26B43"/>
          </p15:clr>
        </p15:guide>
        <p15:guide id="3" pos="975" userDrawn="1">
          <p15:clr>
            <a:srgbClr val="F26B43"/>
          </p15:clr>
        </p15:guide>
        <p15:guide id="4" orient="horz" pos="7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3" r="6358"/>
          <a:stretch/>
        </p:blipFill>
        <p:spPr>
          <a:xfrm>
            <a:off x="7471" y="0"/>
            <a:ext cx="6618881" cy="5143500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4101" cy="5143500"/>
          </a:xfrm>
          <a:prstGeom prst="rect">
            <a:avLst/>
          </a:prstGeom>
        </p:spPr>
      </p:pic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685800" y="1726408"/>
            <a:ext cx="7772400" cy="845342"/>
          </a:xfrm>
        </p:spPr>
        <p:txBody>
          <a:bodyPr/>
          <a:lstStyle/>
          <a:p>
            <a:r>
              <a:rPr lang="nl-BE" dirty="0"/>
              <a:t>OOSD I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685800" y="2571750"/>
            <a:ext cx="7772400" cy="758328"/>
          </a:xfrm>
        </p:spPr>
        <p:txBody>
          <a:bodyPr>
            <a:normAutofit/>
          </a:bodyPr>
          <a:lstStyle/>
          <a:p>
            <a:r>
              <a:rPr lang="nl-BE" dirty="0"/>
              <a:t>Hoofdstuk 5: Oefening Lotto</a:t>
            </a:r>
          </a:p>
        </p:txBody>
      </p:sp>
    </p:spTree>
    <p:extLst>
      <p:ext uri="{BB962C8B-B14F-4D97-AF65-F5344CB8AC3E}">
        <p14:creationId xmlns:p14="http://schemas.microsoft.com/office/powerpoint/2010/main" val="915807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419003" cy="4735689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685800" y="1726408"/>
            <a:ext cx="7772400" cy="845342"/>
          </a:xfrm>
        </p:spPr>
        <p:txBody>
          <a:bodyPr/>
          <a:lstStyle/>
          <a:p>
            <a:r>
              <a:rPr lang="nl-BE" sz="3600" dirty="0" err="1"/>
              <a:t>Use</a:t>
            </a:r>
            <a:r>
              <a:rPr lang="nl-BE" sz="3600" dirty="0"/>
              <a:t> case 1: Registreer trekking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DB69ECC-9BD4-C857-98F0-84C23FE18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2517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tap 1">
            <a:extLst>
              <a:ext uri="{FF2B5EF4-FFF2-40B4-BE49-F238E27FC236}">
                <a16:creationId xmlns:a16="http://schemas.microsoft.com/office/drawing/2014/main" id="{CBB5CF22-2C0A-4B92-01D8-921CC38F68C1}"/>
              </a:ext>
            </a:extLst>
          </p:cNvPr>
          <p:cNvGrpSpPr/>
          <p:nvPr/>
        </p:nvGrpSpPr>
        <p:grpSpPr>
          <a:xfrm>
            <a:off x="2586251" y="280327"/>
            <a:ext cx="2106503" cy="4785581"/>
            <a:chOff x="-24068" y="228179"/>
            <a:chExt cx="2392914" cy="4926396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160F24-FB6E-1661-43D7-CB0E44119576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848BBDA-51B0-7E07-26C9-7E3B270846ED}"/>
                </a:ext>
              </a:extLst>
            </p:cNvPr>
            <p:cNvSpPr txBox="1"/>
            <p:nvPr/>
          </p:nvSpPr>
          <p:spPr>
            <a:xfrm>
              <a:off x="-24068" y="228179"/>
              <a:ext cx="2286000" cy="571557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sz="1600" dirty="0"/>
                <a:t>Stap 1:</a:t>
              </a:r>
            </a:p>
            <a:p>
              <a:r>
                <a:rPr lang="nl-BE" sz="1600" dirty="0"/>
                <a:t>DOING/KNOWING?</a:t>
              </a:r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5E2B67CD-82B4-94A5-5706-161342548873}"/>
              </a:ext>
            </a:extLst>
          </p:cNvPr>
          <p:cNvGrpSpPr/>
          <p:nvPr/>
        </p:nvGrpSpPr>
        <p:grpSpPr>
          <a:xfrm>
            <a:off x="4662973" y="-16318"/>
            <a:ext cx="2201738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2433BB-7DB0-AA80-51CC-AF9EA197725B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AE915494-1B2A-E7AF-01CF-2F170DC20960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sz="1600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sz="1600" dirty="0"/>
                <a:t>methode &amp; </a:t>
              </a:r>
            </a:p>
            <a:p>
              <a:pPr>
                <a:spcAft>
                  <a:spcPts val="0"/>
                </a:spcAft>
              </a:pPr>
              <a:r>
                <a:rPr lang="nl-BE" sz="1600" dirty="0"/>
                <a:t>Stap 3A: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1830235E-D6C1-7093-6A75-1BCF0C11E014}"/>
              </a:ext>
            </a:extLst>
          </p:cNvPr>
          <p:cNvGrpSpPr/>
          <p:nvPr/>
        </p:nvGrpSpPr>
        <p:grpSpPr>
          <a:xfrm>
            <a:off x="6881434" y="280327"/>
            <a:ext cx="2158365" cy="4785581"/>
            <a:chOff x="-21536" y="199199"/>
            <a:chExt cx="2390382" cy="4923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9BD7FCC-33BA-5723-72C6-DBC3EC12D09C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A15F4140-9B25-7516-F463-194BCE20133E}"/>
                </a:ext>
              </a:extLst>
            </p:cNvPr>
            <p:cNvSpPr txBox="1"/>
            <p:nvPr/>
          </p:nvSpPr>
          <p:spPr>
            <a:xfrm>
              <a:off x="-21536" y="199199"/>
              <a:ext cx="2286000" cy="575932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sz="1600" dirty="0"/>
                <a:t>Stap 3B:</a:t>
              </a:r>
            </a:p>
            <a:p>
              <a:r>
                <a:rPr lang="nl-BE" sz="1600" dirty="0"/>
                <a:t>CREATOR + EXPERT</a:t>
              </a:r>
            </a:p>
          </p:txBody>
        </p:sp>
      </p:grp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2B4350C-B69E-2BF0-E4C2-592E08B0A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968" y="1892526"/>
            <a:ext cx="2676536" cy="144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10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42CE69BE-C6D6-AA81-397E-5F4174FCC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55" y="1563889"/>
            <a:ext cx="3525969" cy="1908552"/>
          </a:xfrm>
          <a:prstGeom prst="rect">
            <a:avLst/>
          </a:prstGeom>
        </p:spPr>
      </p:pic>
      <p:sp>
        <p:nvSpPr>
          <p:cNvPr id="8" name="kader SO 1">
            <a:extLst>
              <a:ext uri="{FF2B5EF4-FFF2-40B4-BE49-F238E27FC236}">
                <a16:creationId xmlns:a16="http://schemas.microsoft.com/office/drawing/2014/main" id="{EF59DDBF-9EAA-6F16-E3A1-945AACCC395A}"/>
              </a:ext>
            </a:extLst>
          </p:cNvPr>
          <p:cNvSpPr/>
          <p:nvPr/>
        </p:nvSpPr>
        <p:spPr>
          <a:xfrm>
            <a:off x="714779" y="2293740"/>
            <a:ext cx="3049612" cy="48111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CBB5CF22-2C0A-4B92-01D8-921CC38F68C1}"/>
              </a:ext>
            </a:extLst>
          </p:cNvPr>
          <p:cNvGrpSpPr/>
          <p:nvPr/>
        </p:nvGrpSpPr>
        <p:grpSpPr>
          <a:xfrm>
            <a:off x="501833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160F24-FB6E-1661-43D7-CB0E44119576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848BBDA-51B0-7E07-26C9-7E3B270846ED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25" name="start: pijl ssd-&gt;1">
            <a:extLst>
              <a:ext uri="{FF2B5EF4-FFF2-40B4-BE49-F238E27FC236}">
                <a16:creationId xmlns:a16="http://schemas.microsoft.com/office/drawing/2014/main" id="{8FBBBF15-60A0-F8F2-055B-F8018309A248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 flipV="1">
            <a:off x="3764391" y="2029033"/>
            <a:ext cx="1386444" cy="5052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tart: stap 1">
            <a:extLst>
              <a:ext uri="{FF2B5EF4-FFF2-40B4-BE49-F238E27FC236}">
                <a16:creationId xmlns:a16="http://schemas.microsoft.com/office/drawing/2014/main" id="{27D6F2B0-724D-A931-B49C-C1402E496D1A}"/>
              </a:ext>
            </a:extLst>
          </p:cNvPr>
          <p:cNvSpPr txBox="1"/>
          <p:nvPr/>
        </p:nvSpPr>
        <p:spPr>
          <a:xfrm>
            <a:off x="5150835" y="921073"/>
            <a:ext cx="1859864" cy="22159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OC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Tussentoestand?</a:t>
            </a:r>
          </a:p>
          <a:p>
            <a:pPr marL="358775" lvl="1" indent="-1762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Nee (alleen input/output)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Geen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Niets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97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5E486-2040-3594-BF55-0E9D6D3A7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9D61BE8C-A26D-7873-BC4A-953E54574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55" y="1563889"/>
            <a:ext cx="3525969" cy="1908552"/>
          </a:xfrm>
          <a:prstGeom prst="rect">
            <a:avLst/>
          </a:prstGeom>
        </p:spPr>
      </p:pic>
      <p:sp>
        <p:nvSpPr>
          <p:cNvPr id="8" name="kader SO 1">
            <a:extLst>
              <a:ext uri="{FF2B5EF4-FFF2-40B4-BE49-F238E27FC236}">
                <a16:creationId xmlns:a16="http://schemas.microsoft.com/office/drawing/2014/main" id="{468654B6-B0B1-4FEE-A7DD-C4DBA6801154}"/>
              </a:ext>
            </a:extLst>
          </p:cNvPr>
          <p:cNvSpPr/>
          <p:nvPr/>
        </p:nvSpPr>
        <p:spPr>
          <a:xfrm>
            <a:off x="714779" y="2276962"/>
            <a:ext cx="3049612" cy="48111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sp>
        <p:nvSpPr>
          <p:cNvPr id="9" name="kader SO 2">
            <a:extLst>
              <a:ext uri="{FF2B5EF4-FFF2-40B4-BE49-F238E27FC236}">
                <a16:creationId xmlns:a16="http://schemas.microsoft.com/office/drawing/2014/main" id="{775DDE4E-6D7D-A895-A3BC-2D540D5112F0}"/>
              </a:ext>
            </a:extLst>
          </p:cNvPr>
          <p:cNvSpPr/>
          <p:nvPr/>
        </p:nvSpPr>
        <p:spPr>
          <a:xfrm>
            <a:off x="714779" y="2842758"/>
            <a:ext cx="3049612" cy="4811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3292F456-1E46-AA77-FD54-0E7B48927744}"/>
              </a:ext>
            </a:extLst>
          </p:cNvPr>
          <p:cNvGrpSpPr/>
          <p:nvPr/>
        </p:nvGrpSpPr>
        <p:grpSpPr>
          <a:xfrm>
            <a:off x="501833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2F4CE58-78B4-5A06-98E1-4CF034EB2DAB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6EFA8B83-64E3-6987-6357-570A3A98C9F0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48" name="rol: pijl ssd-&gt;1">
            <a:extLst>
              <a:ext uri="{FF2B5EF4-FFF2-40B4-BE49-F238E27FC236}">
                <a16:creationId xmlns:a16="http://schemas.microsoft.com/office/drawing/2014/main" id="{7EE5C64B-1DDD-61CB-F25C-33E9C11A95C8}"/>
              </a:ext>
            </a:extLst>
          </p:cNvPr>
          <p:cNvCxnSpPr>
            <a:cxnSpLocks/>
            <a:stCxn id="9" idx="3"/>
            <a:endCxn id="46" idx="1"/>
          </p:cNvCxnSpPr>
          <p:nvPr/>
        </p:nvCxnSpPr>
        <p:spPr>
          <a:xfrm flipV="1">
            <a:off x="3764391" y="2882023"/>
            <a:ext cx="1345194" cy="2012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l: stap 1">
            <a:extLst>
              <a:ext uri="{FF2B5EF4-FFF2-40B4-BE49-F238E27FC236}">
                <a16:creationId xmlns:a16="http://schemas.microsoft.com/office/drawing/2014/main" id="{52B4F439-1FE9-533C-F5FD-A4E2A515ABE2}"/>
              </a:ext>
            </a:extLst>
          </p:cNvPr>
          <p:cNvSpPr txBox="1"/>
          <p:nvPr/>
        </p:nvSpPr>
        <p:spPr>
          <a:xfrm>
            <a:off x="5109585" y="2113422"/>
            <a:ext cx="1971326" cy="15372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spcAft>
                <a:spcPts val="300"/>
              </a:spcAft>
            </a:pPr>
            <a:r>
              <a:rPr lang="nl-BE" dirty="0"/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dirty="0"/>
              <a:t>Geen 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dirty="0"/>
              <a:t>Geen </a:t>
            </a:r>
            <a:r>
              <a:rPr lang="nl-BE" dirty="0" err="1"/>
              <a:t>knowing</a:t>
            </a:r>
            <a:endParaRPr lang="nl-BE" dirty="0"/>
          </a:p>
          <a:p>
            <a:pPr>
              <a:spcAft>
                <a:spcPts val="300"/>
              </a:spcAft>
            </a:pPr>
            <a:r>
              <a:rPr lang="nl-BE" dirty="0"/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dirty="0"/>
              <a:t>OC 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dirty="0">
                <a:sym typeface="Wingdings" panose="05000000000000000000" pitchFamily="2" charset="2"/>
              </a:rPr>
              <a:t>Wel </a:t>
            </a:r>
            <a:r>
              <a:rPr lang="nl-BE" dirty="0" err="1">
                <a:sym typeface="Wingdings" panose="05000000000000000000" pitchFamily="2" charset="2"/>
              </a:rPr>
              <a:t>doing</a:t>
            </a:r>
            <a:endParaRPr lang="nl-BE" dirty="0">
              <a:sym typeface="Wingdings" panose="05000000000000000000" pitchFamily="2" charset="2"/>
            </a:endParaRPr>
          </a:p>
        </p:txBody>
      </p:sp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01E64C19-DDCB-77FE-5AE4-81874EB8C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5760" y="2314717"/>
            <a:ext cx="319728" cy="3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9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tap 1">
            <a:extLst>
              <a:ext uri="{FF2B5EF4-FFF2-40B4-BE49-F238E27FC236}">
                <a16:creationId xmlns:a16="http://schemas.microsoft.com/office/drawing/2014/main" id="{CBB5CF22-2C0A-4B92-01D8-921CC38F68C1}"/>
              </a:ext>
            </a:extLst>
          </p:cNvPr>
          <p:cNvGrpSpPr/>
          <p:nvPr/>
        </p:nvGrpSpPr>
        <p:grpSpPr>
          <a:xfrm>
            <a:off x="103358" y="0"/>
            <a:ext cx="1696413" cy="5065908"/>
            <a:chOff x="-24068" y="-60396"/>
            <a:chExt cx="2392914" cy="5214971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160F24-FB6E-1661-43D7-CB0E44119576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848BBDA-51B0-7E07-26C9-7E3B270846ED}"/>
                </a:ext>
              </a:extLst>
            </p:cNvPr>
            <p:cNvSpPr txBox="1"/>
            <p:nvPr/>
          </p:nvSpPr>
          <p:spPr>
            <a:xfrm>
              <a:off x="-24068" y="-60396"/>
              <a:ext cx="2286000" cy="860133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sz="1400" dirty="0"/>
                <a:t>Stap 1:</a:t>
              </a:r>
            </a:p>
            <a:p>
              <a:r>
                <a:rPr lang="nl-BE" sz="1400" dirty="0"/>
                <a:t>DOING/ KNOWING?</a:t>
              </a:r>
              <a:endParaRPr lang="nl-BE" sz="1600" dirty="0"/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5E2B67CD-82B4-94A5-5706-161342548873}"/>
              </a:ext>
            </a:extLst>
          </p:cNvPr>
          <p:cNvGrpSpPr/>
          <p:nvPr/>
        </p:nvGrpSpPr>
        <p:grpSpPr>
          <a:xfrm>
            <a:off x="1755422" y="-16318"/>
            <a:ext cx="1965700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2433BB-7DB0-AA80-51CC-AF9EA197725B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AE915494-1B2A-E7AF-01CF-2F170DC20960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sz="1400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methode &amp; 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Stap 3A: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1830235E-D6C1-7093-6A75-1BCF0C11E014}"/>
              </a:ext>
            </a:extLst>
          </p:cNvPr>
          <p:cNvGrpSpPr/>
          <p:nvPr/>
        </p:nvGrpSpPr>
        <p:grpSpPr>
          <a:xfrm>
            <a:off x="3721121" y="-16318"/>
            <a:ext cx="2393427" cy="5073285"/>
            <a:chOff x="-21536" y="-96801"/>
            <a:chExt cx="2390382" cy="5219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9BD7FCC-33BA-5723-72C6-DBC3EC12D09C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A15F4140-9B25-7516-F463-194BCE20133E}"/>
                </a:ext>
              </a:extLst>
            </p:cNvPr>
            <p:cNvSpPr txBox="1"/>
            <p:nvPr/>
          </p:nvSpPr>
          <p:spPr>
            <a:xfrm>
              <a:off x="-21536" y="-96801"/>
              <a:ext cx="2286000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sz="1600" dirty="0"/>
                <a:t>Stap 3B:</a:t>
              </a:r>
            </a:p>
            <a:p>
              <a:r>
                <a:rPr lang="nl-BE" sz="1600" dirty="0"/>
                <a:t>CREATOR</a:t>
              </a:r>
            </a:p>
          </p:txBody>
        </p:sp>
      </p:grpSp>
      <p:sp>
        <p:nvSpPr>
          <p:cNvPr id="23" name="start: stap 1">
            <a:extLst>
              <a:ext uri="{FF2B5EF4-FFF2-40B4-BE49-F238E27FC236}">
                <a16:creationId xmlns:a16="http://schemas.microsoft.com/office/drawing/2014/main" id="{27D6F2B0-724D-A931-B49C-C1402E496D1A}"/>
              </a:ext>
            </a:extLst>
          </p:cNvPr>
          <p:cNvSpPr txBox="1"/>
          <p:nvPr/>
        </p:nvSpPr>
        <p:spPr>
          <a:xfrm>
            <a:off x="242233" y="2753057"/>
            <a:ext cx="1342868" cy="4326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registreerTrekking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7" name="start: pijl 1-&gt;2">
            <a:extLst>
              <a:ext uri="{FF2B5EF4-FFF2-40B4-BE49-F238E27FC236}">
                <a16:creationId xmlns:a16="http://schemas.microsoft.com/office/drawing/2014/main" id="{EF71964E-F727-56C0-4E77-433B8E4D3D5B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1585101" y="2969404"/>
            <a:ext cx="306181" cy="88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tart: stap 2">
            <a:extLst>
              <a:ext uri="{FF2B5EF4-FFF2-40B4-BE49-F238E27FC236}">
                <a16:creationId xmlns:a16="http://schemas.microsoft.com/office/drawing/2014/main" id="{C8F0C194-D21E-842E-F890-8AB5A4FC60DB}"/>
              </a:ext>
            </a:extLst>
          </p:cNvPr>
          <p:cNvSpPr txBox="1"/>
          <p:nvPr/>
        </p:nvSpPr>
        <p:spPr>
          <a:xfrm>
            <a:off x="1891282" y="2571750"/>
            <a:ext cx="1738330" cy="8129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nl-BE" dirty="0"/>
              <a:t>+ </a:t>
            </a:r>
            <a:r>
              <a:rPr lang="nl-BE" dirty="0" err="1"/>
              <a:t>registreerTrekking</a:t>
            </a:r>
            <a:r>
              <a:rPr lang="nl-BE" dirty="0"/>
              <a:t>( naam: String, datum: </a:t>
            </a:r>
            <a:r>
              <a:rPr lang="nl-BE" dirty="0" err="1"/>
              <a:t>LocalDate</a:t>
            </a:r>
            <a:r>
              <a:rPr lang="nl-BE" dirty="0"/>
              <a:t>, nummers: List&lt;Integer&gt;): </a:t>
            </a:r>
            <a:r>
              <a:rPr lang="nl-BE" dirty="0" err="1"/>
              <a:t>void</a:t>
            </a:r>
            <a:endParaRPr lang="nl-BE" dirty="0"/>
          </a:p>
        </p:txBody>
      </p:sp>
      <p:cxnSp>
        <p:nvCxnSpPr>
          <p:cNvPr id="28" name="start: pijl 2-&gt;3">
            <a:extLst>
              <a:ext uri="{FF2B5EF4-FFF2-40B4-BE49-F238E27FC236}">
                <a16:creationId xmlns:a16="http://schemas.microsoft.com/office/drawing/2014/main" id="{0494C9B8-7C92-936B-DCD9-6D61DC421D2E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 flipV="1">
            <a:off x="3629612" y="2955737"/>
            <a:ext cx="226007" cy="224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tart: stap 3">
            <a:extLst>
              <a:ext uri="{FF2B5EF4-FFF2-40B4-BE49-F238E27FC236}">
                <a16:creationId xmlns:a16="http://schemas.microsoft.com/office/drawing/2014/main" id="{2BED5FD2-43DC-D2C4-09B7-A2F1F74D37ED}"/>
              </a:ext>
            </a:extLst>
          </p:cNvPr>
          <p:cNvSpPr txBox="1"/>
          <p:nvPr/>
        </p:nvSpPr>
        <p:spPr>
          <a:xfrm>
            <a:off x="3855619" y="919749"/>
            <a:ext cx="2178292" cy="40719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sz="1050" dirty="0"/>
              <a:t>CREATOR: Trekking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 err="1"/>
              <a:t>Klasse</a:t>
            </a:r>
            <a:r>
              <a:rPr lang="en-US" sz="1050" dirty="0"/>
              <a:t> </a:t>
            </a:r>
            <a:r>
              <a:rPr lang="en-US" sz="1050" dirty="0" err="1"/>
              <a:t>aanwezig</a:t>
            </a:r>
            <a:r>
              <a:rPr lang="en-US" sz="1050" dirty="0"/>
              <a:t>?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 err="1"/>
              <a:t>Klasse</a:t>
            </a:r>
            <a:r>
              <a:rPr lang="en-US" sz="1050" dirty="0"/>
              <a:t> </a:t>
            </a:r>
            <a:r>
              <a:rPr lang="en-US" sz="1050" dirty="0" err="1"/>
              <a:t>heeft</a:t>
            </a:r>
            <a:r>
              <a:rPr lang="en-US" sz="1050" dirty="0"/>
              <a:t> constructor met </a:t>
            </a:r>
            <a:r>
              <a:rPr lang="en-US" sz="1050" dirty="0" err="1"/>
              <a:t>nodige</a:t>
            </a:r>
            <a:r>
              <a:rPr lang="en-US" sz="1050" dirty="0"/>
              <a:t> parameters?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/>
              <a:t>Wie </a:t>
            </a:r>
            <a:r>
              <a:rPr lang="en-US" sz="1050" dirty="0" err="1"/>
              <a:t>gaat</a:t>
            </a:r>
            <a:r>
              <a:rPr lang="en-US" sz="1050" dirty="0"/>
              <a:t> constructor </a:t>
            </a:r>
            <a:r>
              <a:rPr lang="en-US" sz="1050" dirty="0" err="1"/>
              <a:t>oproepen</a:t>
            </a:r>
            <a:r>
              <a:rPr lang="en-US" sz="1050" dirty="0"/>
              <a:t> </a:t>
            </a:r>
            <a:r>
              <a:rPr lang="en-US" sz="1050" dirty="0" err="1"/>
              <a:t>en</a:t>
            </a:r>
            <a:r>
              <a:rPr lang="en-US" sz="1050" dirty="0"/>
              <a:t> </a:t>
            </a:r>
            <a:r>
              <a:rPr lang="en-US" sz="1050" dirty="0" err="1"/>
              <a:t>waar</a:t>
            </a:r>
            <a:r>
              <a:rPr lang="en-US" sz="1050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050" dirty="0">
                <a:sym typeface="Wingdings" panose="05000000000000000000" pitchFamily="2" charset="2"/>
              </a:rPr>
              <a:t>DC in </a:t>
            </a:r>
            <a:r>
              <a:rPr lang="en-US" sz="1050" dirty="0" err="1">
                <a:sym typeface="Wingdings" panose="05000000000000000000" pitchFamily="2" charset="2"/>
              </a:rPr>
              <a:t>registreerTrekking</a:t>
            </a:r>
            <a:endParaRPr lang="en-US" sz="1050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 err="1"/>
              <a:t>Bijhouden</a:t>
            </a:r>
            <a:r>
              <a:rPr lang="en-US" sz="1050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Niet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in DC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In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aparte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klasse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TrekkingRepository</a:t>
            </a:r>
            <a:endParaRPr lang="en-US" sz="105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30400" lvl="1" indent="-174625">
              <a:buFont typeface="Wingdings" panose="05000000000000000000" pitchFamily="2" charset="2"/>
              <a:buChar char="à"/>
            </a:pPr>
            <a:endParaRPr lang="en-US" sz="105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>
              <a:spcAft>
                <a:spcPts val="0"/>
              </a:spcAft>
            </a:pPr>
            <a:r>
              <a:rPr lang="en-US" sz="1050" dirty="0"/>
              <a:t>CREATOR: </a:t>
            </a:r>
            <a:r>
              <a:rPr lang="en-US" sz="1050" dirty="0" err="1"/>
              <a:t>TrekkingRepository</a:t>
            </a:r>
            <a:endParaRPr lang="en-US" sz="1050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 err="1"/>
              <a:t>Klasse</a:t>
            </a:r>
            <a:r>
              <a:rPr lang="en-US" sz="1050" dirty="0"/>
              <a:t> </a:t>
            </a:r>
            <a:r>
              <a:rPr lang="en-US" sz="1050" dirty="0" err="1"/>
              <a:t>aanwezig</a:t>
            </a:r>
            <a:r>
              <a:rPr lang="en-US" sz="1050" dirty="0"/>
              <a:t>?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 err="1"/>
              <a:t>Klasse</a:t>
            </a:r>
            <a:r>
              <a:rPr lang="en-US" sz="1050" dirty="0"/>
              <a:t> </a:t>
            </a:r>
            <a:r>
              <a:rPr lang="en-US" sz="1050" dirty="0" err="1"/>
              <a:t>heeft</a:t>
            </a:r>
            <a:r>
              <a:rPr lang="en-US" sz="1050" dirty="0"/>
              <a:t> constructor met </a:t>
            </a:r>
            <a:r>
              <a:rPr lang="en-US" sz="1050" dirty="0" err="1"/>
              <a:t>nodige</a:t>
            </a:r>
            <a:r>
              <a:rPr lang="en-US" sz="1050" dirty="0"/>
              <a:t> parameters?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/>
              <a:t>Wie </a:t>
            </a:r>
            <a:r>
              <a:rPr lang="en-US" sz="1050" dirty="0" err="1"/>
              <a:t>gaat</a:t>
            </a:r>
            <a:r>
              <a:rPr lang="en-US" sz="1050" dirty="0"/>
              <a:t> constructor </a:t>
            </a:r>
            <a:r>
              <a:rPr lang="en-US" sz="1050" dirty="0" err="1"/>
              <a:t>oproepen</a:t>
            </a:r>
            <a:r>
              <a:rPr lang="en-US" sz="1050" dirty="0"/>
              <a:t> </a:t>
            </a:r>
            <a:r>
              <a:rPr lang="en-US" sz="1050" dirty="0" err="1"/>
              <a:t>en</a:t>
            </a:r>
            <a:r>
              <a:rPr lang="en-US" sz="1050" dirty="0"/>
              <a:t> </a:t>
            </a:r>
            <a:r>
              <a:rPr lang="en-US" sz="1050" dirty="0" err="1"/>
              <a:t>waar</a:t>
            </a:r>
            <a:r>
              <a:rPr lang="en-US" sz="1050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050" dirty="0">
                <a:sym typeface="Wingdings" panose="05000000000000000000" pitchFamily="2" charset="2"/>
              </a:rPr>
              <a:t>DC in constructor</a:t>
            </a:r>
            <a:endParaRPr lang="en-US" sz="1050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050" dirty="0" err="1"/>
              <a:t>Bijhouden</a:t>
            </a:r>
            <a:r>
              <a:rPr lang="en-US" sz="1050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Associatie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toevoegen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en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uitwerken</a:t>
            </a:r>
            <a:endParaRPr lang="en-US" sz="105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55775" lvl="1"/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!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Nieuwe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Trekking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nog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toevoegen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aan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050" dirty="0" err="1">
                <a:solidFill>
                  <a:srgbClr val="000000"/>
                </a:solidFill>
                <a:sym typeface="Wingdings" panose="05000000000000000000" pitchFamily="2" charset="2"/>
              </a:rPr>
              <a:t>trekkingen</a:t>
            </a:r>
            <a:r>
              <a:rPr lang="en-US" sz="1050" dirty="0">
                <a:solidFill>
                  <a:srgbClr val="000000"/>
                </a:solidFill>
                <a:sym typeface="Wingdings" panose="05000000000000000000" pitchFamily="2" charset="2"/>
              </a:rPr>
              <a:t> !</a:t>
            </a:r>
          </a:p>
        </p:txBody>
      </p:sp>
      <p:pic>
        <p:nvPicPr>
          <p:cNvPr id="29" name="Stap 1">
            <a:extLst>
              <a:ext uri="{FF2B5EF4-FFF2-40B4-BE49-F238E27FC236}">
                <a16:creationId xmlns:a16="http://schemas.microsoft.com/office/drawing/2014/main" id="{97F7EB2E-48F9-D148-AAD7-DE06C364D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343" y="835548"/>
            <a:ext cx="2995181" cy="342444"/>
          </a:xfrm>
          <a:prstGeom prst="rect">
            <a:avLst/>
          </a:prstGeom>
        </p:spPr>
      </p:pic>
      <p:pic>
        <p:nvPicPr>
          <p:cNvPr id="41" name="Stap 2" descr="A screenshot of a computer&#10;&#10;Description automatically generated">
            <a:extLst>
              <a:ext uri="{FF2B5EF4-FFF2-40B4-BE49-F238E27FC236}">
                <a16:creationId xmlns:a16="http://schemas.microsoft.com/office/drawing/2014/main" id="{7423C2FB-5A77-4FF0-3A3A-C1BACC44B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476" y="845691"/>
            <a:ext cx="2989379" cy="2743874"/>
          </a:xfrm>
          <a:prstGeom prst="rect">
            <a:avLst/>
          </a:prstGeom>
        </p:spPr>
      </p:pic>
      <p:pic>
        <p:nvPicPr>
          <p:cNvPr id="44" name="Stap 3">
            <a:extLst>
              <a:ext uri="{FF2B5EF4-FFF2-40B4-BE49-F238E27FC236}">
                <a16:creationId xmlns:a16="http://schemas.microsoft.com/office/drawing/2014/main" id="{7BD9F335-FBFE-CB5A-D374-B8D934888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584" y="820782"/>
            <a:ext cx="3020547" cy="2908675"/>
          </a:xfrm>
          <a:prstGeom prst="rect">
            <a:avLst/>
          </a:prstGeom>
        </p:spPr>
      </p:pic>
      <p:pic>
        <p:nvPicPr>
          <p:cNvPr id="53" name="Stap 4" descr="A screenshot of a computer&#10;&#10;Description automatically generated">
            <a:extLst>
              <a:ext uri="{FF2B5EF4-FFF2-40B4-BE49-F238E27FC236}">
                <a16:creationId xmlns:a16="http://schemas.microsoft.com/office/drawing/2014/main" id="{0AB1DC37-6F54-34CD-E4FA-EDD854B090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783" y="820782"/>
            <a:ext cx="3019348" cy="2844313"/>
          </a:xfrm>
          <a:prstGeom prst="rect">
            <a:avLst/>
          </a:prstGeom>
        </p:spPr>
      </p:pic>
      <p:pic>
        <p:nvPicPr>
          <p:cNvPr id="55" name="Stap 5" descr="A screenshot of a computer&#10;&#10;Description automatically generated">
            <a:extLst>
              <a:ext uri="{FF2B5EF4-FFF2-40B4-BE49-F238E27FC236}">
                <a16:creationId xmlns:a16="http://schemas.microsoft.com/office/drawing/2014/main" id="{AEDFBFC7-7F1A-F383-63AD-B83886CB87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9635" y="827870"/>
            <a:ext cx="3030683" cy="2908675"/>
          </a:xfrm>
          <a:prstGeom prst="rect">
            <a:avLst/>
          </a:prstGeom>
        </p:spPr>
      </p:pic>
      <p:pic>
        <p:nvPicPr>
          <p:cNvPr id="57" name="Stap 6" descr="A screenshot of a computer&#10;&#10;Description automatically generated">
            <a:extLst>
              <a:ext uri="{FF2B5EF4-FFF2-40B4-BE49-F238E27FC236}">
                <a16:creationId xmlns:a16="http://schemas.microsoft.com/office/drawing/2014/main" id="{2843CE87-A3CF-31A1-DB28-E226CDE24C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1325" y="819497"/>
            <a:ext cx="3030684" cy="2908676"/>
          </a:xfrm>
          <a:prstGeom prst="rect">
            <a:avLst/>
          </a:prstGeom>
        </p:spPr>
      </p:pic>
      <p:pic>
        <p:nvPicPr>
          <p:cNvPr id="59" name="Stap 7" descr="A screenshot of a computer&#10;&#10;Description automatically generated">
            <a:extLst>
              <a:ext uri="{FF2B5EF4-FFF2-40B4-BE49-F238E27FC236}">
                <a16:creationId xmlns:a16="http://schemas.microsoft.com/office/drawing/2014/main" id="{7CA3269A-F187-7EE1-29CD-1FD448C9B2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6518" y="818244"/>
            <a:ext cx="3040713" cy="2918301"/>
          </a:xfrm>
          <a:prstGeom prst="rect">
            <a:avLst/>
          </a:prstGeom>
        </p:spPr>
      </p:pic>
      <p:pic>
        <p:nvPicPr>
          <p:cNvPr id="60" name="Stap 8" descr="A screenshot of a computer&#10;&#10;Description automatically generated">
            <a:extLst>
              <a:ext uri="{FF2B5EF4-FFF2-40B4-BE49-F238E27FC236}">
                <a16:creationId xmlns:a16="http://schemas.microsoft.com/office/drawing/2014/main" id="{EBF5FBE3-A6BC-6517-D4F6-8011A47CA1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6925" y="818244"/>
            <a:ext cx="3040713" cy="289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12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8719C-F68B-D356-4BC3-FB1F46D7E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ECA25778-E29F-25D8-27FA-9867B051F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615" y="1085717"/>
            <a:ext cx="5014916" cy="2714496"/>
          </a:xfrm>
          <a:prstGeom prst="rect">
            <a:avLst/>
          </a:prstGeom>
        </p:spPr>
      </p:pic>
      <p:sp>
        <p:nvSpPr>
          <p:cNvPr id="8" name="kader SO 1">
            <a:extLst>
              <a:ext uri="{FF2B5EF4-FFF2-40B4-BE49-F238E27FC236}">
                <a16:creationId xmlns:a16="http://schemas.microsoft.com/office/drawing/2014/main" id="{FF2A999D-F22D-4BF8-5F01-08B77E63CF32}"/>
              </a:ext>
            </a:extLst>
          </p:cNvPr>
          <p:cNvSpPr/>
          <p:nvPr/>
        </p:nvSpPr>
        <p:spPr>
          <a:xfrm>
            <a:off x="2066107" y="2159819"/>
            <a:ext cx="4378695" cy="63371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sp>
        <p:nvSpPr>
          <p:cNvPr id="9" name="kader SO 2">
            <a:extLst>
              <a:ext uri="{FF2B5EF4-FFF2-40B4-BE49-F238E27FC236}">
                <a16:creationId xmlns:a16="http://schemas.microsoft.com/office/drawing/2014/main" id="{85961213-4915-72EE-6FCA-E1BBC1EF6381}"/>
              </a:ext>
            </a:extLst>
          </p:cNvPr>
          <p:cNvSpPr/>
          <p:nvPr/>
        </p:nvSpPr>
        <p:spPr>
          <a:xfrm>
            <a:off x="2066108" y="2868228"/>
            <a:ext cx="4378694" cy="63371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407E26D4-3B36-8D4B-8D6E-29203F701E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1430" y="2316812"/>
            <a:ext cx="319728" cy="319728"/>
          </a:xfrm>
          <a:prstGeom prst="rect">
            <a:avLst/>
          </a:prstGeom>
        </p:spPr>
      </p:pic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813FDF79-7EEC-3448-7EDC-573A6173F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667" y="3018964"/>
            <a:ext cx="319728" cy="3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06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419003" cy="4735689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685800" y="1726408"/>
            <a:ext cx="7772400" cy="845342"/>
          </a:xfrm>
        </p:spPr>
        <p:txBody>
          <a:bodyPr/>
          <a:lstStyle/>
          <a:p>
            <a:r>
              <a:rPr lang="nl-BE" sz="3600" dirty="0" err="1"/>
              <a:t>Use</a:t>
            </a:r>
            <a:r>
              <a:rPr lang="nl-BE" sz="3600" dirty="0"/>
              <a:t> case 2: Controleer nummers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DB69ECC-9BD4-C857-98F0-84C23FE18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56143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tap 1">
            <a:extLst>
              <a:ext uri="{FF2B5EF4-FFF2-40B4-BE49-F238E27FC236}">
                <a16:creationId xmlns:a16="http://schemas.microsoft.com/office/drawing/2014/main" id="{CBB5CF22-2C0A-4B92-01D8-921CC38F68C1}"/>
              </a:ext>
            </a:extLst>
          </p:cNvPr>
          <p:cNvGrpSpPr/>
          <p:nvPr/>
        </p:nvGrpSpPr>
        <p:grpSpPr>
          <a:xfrm>
            <a:off x="2586251" y="174829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160F24-FB6E-1661-43D7-CB0E44119576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5848BBDA-51B0-7E07-26C9-7E3B270846ED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5E2B67CD-82B4-94A5-5706-161342548873}"/>
              </a:ext>
            </a:extLst>
          </p:cNvPr>
          <p:cNvGrpSpPr/>
          <p:nvPr/>
        </p:nvGrpSpPr>
        <p:grpSpPr>
          <a:xfrm>
            <a:off x="4662973" y="-16318"/>
            <a:ext cx="2201738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2433BB-7DB0-AA80-51CC-AF9EA197725B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AE915494-1B2A-E7AF-01CF-2F170DC20960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dirty="0"/>
                <a:t>methode +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1830235E-D6C1-7093-6A75-1BCF0C11E014}"/>
              </a:ext>
            </a:extLst>
          </p:cNvPr>
          <p:cNvGrpSpPr/>
          <p:nvPr/>
        </p:nvGrpSpPr>
        <p:grpSpPr>
          <a:xfrm>
            <a:off x="6881434" y="-7377"/>
            <a:ext cx="2158365" cy="5073285"/>
            <a:chOff x="-21536" y="-96801"/>
            <a:chExt cx="2390382" cy="5219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9BD7FCC-33BA-5723-72C6-DBC3EC12D09C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A15F4140-9B25-7516-F463-194BCE20133E}"/>
                </a:ext>
              </a:extLst>
            </p:cNvPr>
            <p:cNvSpPr txBox="1"/>
            <p:nvPr/>
          </p:nvSpPr>
          <p:spPr>
            <a:xfrm>
              <a:off x="-21536" y="-96801"/>
              <a:ext cx="2286000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dirty="0"/>
                <a:t>Stap 3:</a:t>
              </a:r>
            </a:p>
            <a:p>
              <a:r>
                <a:rPr lang="nl-BE" dirty="0"/>
                <a:t>CREATOR + EXPERT</a:t>
              </a:r>
              <a:br>
                <a:rPr lang="nl-BE" dirty="0"/>
              </a:br>
              <a:r>
                <a:rPr lang="nl-BE" dirty="0"/>
                <a:t>nota’s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13E9B32-0221-4950-D6D2-B87BA7056D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88" y="2055800"/>
            <a:ext cx="2600045" cy="182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059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F7D25-7922-B3CE-44BE-B47073CD0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336EF5-CDED-7377-3E29-A232D60E58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0440" y="1155730"/>
            <a:ext cx="4291560" cy="3015936"/>
          </a:xfrm>
          <a:prstGeom prst="rect">
            <a:avLst/>
          </a:prstGeom>
        </p:spPr>
      </p:pic>
      <p:sp>
        <p:nvSpPr>
          <p:cNvPr id="8" name="kader SO 1">
            <a:extLst>
              <a:ext uri="{FF2B5EF4-FFF2-40B4-BE49-F238E27FC236}">
                <a16:creationId xmlns:a16="http://schemas.microsoft.com/office/drawing/2014/main" id="{14FD8513-4067-61DB-37A5-3C824A7F53B3}"/>
              </a:ext>
            </a:extLst>
          </p:cNvPr>
          <p:cNvSpPr/>
          <p:nvPr/>
        </p:nvSpPr>
        <p:spPr>
          <a:xfrm>
            <a:off x="460587" y="1595414"/>
            <a:ext cx="3894666" cy="68719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C0FE5115-68AE-7DD7-0DF5-08C2BD7CA0E2}"/>
              </a:ext>
            </a:extLst>
          </p:cNvPr>
          <p:cNvGrpSpPr/>
          <p:nvPr/>
        </p:nvGrpSpPr>
        <p:grpSpPr>
          <a:xfrm>
            <a:off x="501833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90D6C87-906A-4B56-914E-A29517CE3F7B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29CD68FD-4633-AEAE-6922-B210078EE6BE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25" name="start: pijl ssd-&gt;1">
            <a:extLst>
              <a:ext uri="{FF2B5EF4-FFF2-40B4-BE49-F238E27FC236}">
                <a16:creationId xmlns:a16="http://schemas.microsoft.com/office/drawing/2014/main" id="{F572402F-2EC5-BB20-C7F6-4B4D44A031AB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>
            <a:off x="4355253" y="1939014"/>
            <a:ext cx="795582" cy="147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tart: stap 1">
            <a:extLst>
              <a:ext uri="{FF2B5EF4-FFF2-40B4-BE49-F238E27FC236}">
                <a16:creationId xmlns:a16="http://schemas.microsoft.com/office/drawing/2014/main" id="{3E610AEB-8E9E-282F-CD3D-32906808FEAC}"/>
              </a:ext>
            </a:extLst>
          </p:cNvPr>
          <p:cNvSpPr txBox="1"/>
          <p:nvPr/>
        </p:nvSpPr>
        <p:spPr>
          <a:xfrm>
            <a:off x="5150835" y="921074"/>
            <a:ext cx="1859864" cy="20654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dirty="0"/>
              <a:t>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dirty="0"/>
              <a:t>Wel </a:t>
            </a:r>
            <a:r>
              <a:rPr lang="nl-BE" sz="1100" dirty="0" err="1"/>
              <a:t>knowing</a:t>
            </a:r>
            <a:endParaRPr lang="nl-BE" sz="1100" dirty="0"/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OC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Tussentoestand?</a:t>
            </a:r>
          </a:p>
          <a:p>
            <a:pPr marL="358775" lvl="1" indent="-1762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Nee (alleen input/output)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Geen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2619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747B3-B18A-12DD-9114-1AD9E8D9E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tap 1">
            <a:extLst>
              <a:ext uri="{FF2B5EF4-FFF2-40B4-BE49-F238E27FC236}">
                <a16:creationId xmlns:a16="http://schemas.microsoft.com/office/drawing/2014/main" id="{29EBB380-B444-26EF-4450-E2A09D522ECB}"/>
              </a:ext>
            </a:extLst>
          </p:cNvPr>
          <p:cNvGrpSpPr/>
          <p:nvPr/>
        </p:nvGrpSpPr>
        <p:grpSpPr>
          <a:xfrm>
            <a:off x="103358" y="0"/>
            <a:ext cx="1696413" cy="5065908"/>
            <a:chOff x="-24068" y="-60396"/>
            <a:chExt cx="2392914" cy="5214971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E1D3295-A305-2681-7FB0-47A62064EF39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129280FD-2EC6-78C3-9C76-D3B6C62ED9EB}"/>
                </a:ext>
              </a:extLst>
            </p:cNvPr>
            <p:cNvSpPr txBox="1"/>
            <p:nvPr/>
          </p:nvSpPr>
          <p:spPr>
            <a:xfrm>
              <a:off x="-24068" y="-60396"/>
              <a:ext cx="2286000" cy="860133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sz="1400" dirty="0"/>
                <a:t>Stap 1:</a:t>
              </a:r>
            </a:p>
            <a:p>
              <a:r>
                <a:rPr lang="nl-BE" sz="1400" dirty="0"/>
                <a:t>DOING/ KNOWING?</a:t>
              </a:r>
              <a:endParaRPr lang="nl-BE" sz="1600" dirty="0"/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FD3AF60B-0EB6-B160-2872-B53DF4012549}"/>
              </a:ext>
            </a:extLst>
          </p:cNvPr>
          <p:cNvGrpSpPr/>
          <p:nvPr/>
        </p:nvGrpSpPr>
        <p:grpSpPr>
          <a:xfrm>
            <a:off x="1755422" y="-16318"/>
            <a:ext cx="1965700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A2EE0C2-CB36-2D8E-71CE-5E7DDBB1F4A7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6543E0C7-50D0-B2AD-E788-50B14CEB8F95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sz="1400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methode &amp; 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Stap 3A: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5DA37646-DDAF-C333-932C-9CF6AF7992A8}"/>
              </a:ext>
            </a:extLst>
          </p:cNvPr>
          <p:cNvGrpSpPr/>
          <p:nvPr/>
        </p:nvGrpSpPr>
        <p:grpSpPr>
          <a:xfrm>
            <a:off x="3721121" y="-16318"/>
            <a:ext cx="2393427" cy="5073285"/>
            <a:chOff x="-21536" y="-96801"/>
            <a:chExt cx="2390382" cy="5219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AEF5F5C-8155-E99A-492C-040CF1D12AEB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4C2CB496-87EB-F7EA-77B1-E8F9A539EA79}"/>
                </a:ext>
              </a:extLst>
            </p:cNvPr>
            <p:cNvSpPr txBox="1"/>
            <p:nvPr/>
          </p:nvSpPr>
          <p:spPr>
            <a:xfrm>
              <a:off x="-21536" y="-96801"/>
              <a:ext cx="2286000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sz="1600" dirty="0"/>
                <a:t>Stap 3B:</a:t>
              </a:r>
            </a:p>
            <a:p>
              <a:r>
                <a:rPr lang="nl-BE" sz="1600" dirty="0"/>
                <a:t>CREATOR</a:t>
              </a:r>
            </a:p>
          </p:txBody>
        </p:sp>
      </p:grpSp>
      <p:sp>
        <p:nvSpPr>
          <p:cNvPr id="35" name="start: stap 1">
            <a:extLst>
              <a:ext uri="{FF2B5EF4-FFF2-40B4-BE49-F238E27FC236}">
                <a16:creationId xmlns:a16="http://schemas.microsoft.com/office/drawing/2014/main" id="{1FA2D3F4-3B6D-5EB7-D8DD-07BF1B173FDB}"/>
              </a:ext>
            </a:extLst>
          </p:cNvPr>
          <p:cNvSpPr txBox="1"/>
          <p:nvPr/>
        </p:nvSpPr>
        <p:spPr>
          <a:xfrm>
            <a:off x="242233" y="2104410"/>
            <a:ext cx="1481743" cy="5910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geefAlleTrekkingen</a:t>
            </a: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6" name="start: pijl 1-&gt;2">
            <a:extLst>
              <a:ext uri="{FF2B5EF4-FFF2-40B4-BE49-F238E27FC236}">
                <a16:creationId xmlns:a16="http://schemas.microsoft.com/office/drawing/2014/main" id="{48C1F10C-F61D-4BAD-1BFE-6F0DAE6A570C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V="1">
            <a:off x="1723976" y="2389780"/>
            <a:ext cx="205823" cy="101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tart: stap 2">
            <a:extLst>
              <a:ext uri="{FF2B5EF4-FFF2-40B4-BE49-F238E27FC236}">
                <a16:creationId xmlns:a16="http://schemas.microsoft.com/office/drawing/2014/main" id="{8C4C8C83-FDA6-9445-5903-4500AE4B0EF4}"/>
              </a:ext>
            </a:extLst>
          </p:cNvPr>
          <p:cNvSpPr txBox="1"/>
          <p:nvPr/>
        </p:nvSpPr>
        <p:spPr>
          <a:xfrm>
            <a:off x="1929799" y="2175314"/>
            <a:ext cx="1738330" cy="4289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nl-BE" dirty="0"/>
              <a:t>+ </a:t>
            </a:r>
            <a:r>
              <a:rPr lang="nl-BE" dirty="0" err="1"/>
              <a:t>geefAlleTrekkingen</a:t>
            </a:r>
            <a:r>
              <a:rPr lang="nl-BE" dirty="0"/>
              <a:t>(): List&lt;</a:t>
            </a:r>
            <a:r>
              <a:rPr lang="nl-BE" dirty="0" err="1"/>
              <a:t>TrekkingDTO</a:t>
            </a:r>
            <a:r>
              <a:rPr lang="nl-BE" dirty="0"/>
              <a:t>&gt;</a:t>
            </a:r>
          </a:p>
        </p:txBody>
      </p:sp>
      <p:cxnSp>
        <p:nvCxnSpPr>
          <p:cNvPr id="38" name="start: pijl 2-&gt;3">
            <a:extLst>
              <a:ext uri="{FF2B5EF4-FFF2-40B4-BE49-F238E27FC236}">
                <a16:creationId xmlns:a16="http://schemas.microsoft.com/office/drawing/2014/main" id="{B985A48D-182F-4F44-9C80-2882C472D666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3668129" y="2389780"/>
            <a:ext cx="234305" cy="101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tart: stap 3">
            <a:extLst>
              <a:ext uri="{FF2B5EF4-FFF2-40B4-BE49-F238E27FC236}">
                <a16:creationId xmlns:a16="http://schemas.microsoft.com/office/drawing/2014/main" id="{15457B5D-9B1F-7988-7B9A-B88D6ABE0381}"/>
              </a:ext>
            </a:extLst>
          </p:cNvPr>
          <p:cNvSpPr txBox="1"/>
          <p:nvPr/>
        </p:nvSpPr>
        <p:spPr>
          <a:xfrm>
            <a:off x="3902434" y="1224505"/>
            <a:ext cx="2178292" cy="23509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dirty="0"/>
              <a:t>EXPERT: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Wie is expert de van alle </a:t>
            </a:r>
            <a:r>
              <a:rPr lang="en-US" dirty="0" err="1"/>
              <a:t>trekkingen</a:t>
            </a:r>
            <a:r>
              <a:rPr lang="en-US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TrekkingRepo</a:t>
            </a:r>
            <a:endParaRPr lang="en-US" sz="11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Heeft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methode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om alle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trekkingen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op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vragen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neen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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toevoegen</a:t>
            </a:r>
            <a:endParaRPr lang="en-US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 err="1"/>
              <a:t>Trekkingen</a:t>
            </a:r>
            <a:r>
              <a:rPr lang="en-US" dirty="0"/>
              <a:t> </a:t>
            </a:r>
            <a:r>
              <a:rPr lang="en-US" dirty="0" err="1"/>
              <a:t>omzetten</a:t>
            </a:r>
            <a:r>
              <a:rPr lang="en-US" dirty="0"/>
              <a:t> in DTO’s </a:t>
            </a:r>
          </a:p>
          <a:p>
            <a:pPr marL="230400" lvl="1" indent="-174625">
              <a:spcAft>
                <a:spcPts val="0"/>
              </a:spcAft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kan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DC datum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naam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opvragen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?</a:t>
            </a:r>
            <a:endParaRPr lang="en-US" sz="1100" dirty="0">
              <a:solidFill>
                <a:srgbClr val="000000"/>
              </a:solidFill>
            </a:endParaRP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neen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getters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voor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naam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datum</a:t>
            </a:r>
            <a:endParaRPr lang="en-US" sz="1100" dirty="0"/>
          </a:p>
          <a:p>
            <a:pPr>
              <a:spcAft>
                <a:spcPts val="0"/>
              </a:spcAft>
            </a:pPr>
            <a:endParaRPr lang="en-US" dirty="0"/>
          </a:p>
        </p:txBody>
      </p:sp>
      <p:pic>
        <p:nvPicPr>
          <p:cNvPr id="30" name="Stap 8" descr="A screenshot of a computer&#10;&#10;Description automatically generated">
            <a:extLst>
              <a:ext uri="{FF2B5EF4-FFF2-40B4-BE49-F238E27FC236}">
                <a16:creationId xmlns:a16="http://schemas.microsoft.com/office/drawing/2014/main" id="{B41754A0-3231-E378-44CA-9A37336BB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860" y="919783"/>
            <a:ext cx="3040713" cy="2898715"/>
          </a:xfrm>
          <a:prstGeom prst="rect">
            <a:avLst/>
          </a:prstGeom>
        </p:spPr>
      </p:pic>
      <p:pic>
        <p:nvPicPr>
          <p:cNvPr id="3" name="Stap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010DB12-FF94-84D4-188C-0E04210CE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860" y="928619"/>
            <a:ext cx="3002140" cy="2960347"/>
          </a:xfrm>
          <a:prstGeom prst="rect">
            <a:avLst/>
          </a:prstGeom>
        </p:spPr>
      </p:pic>
      <p:pic>
        <p:nvPicPr>
          <p:cNvPr id="20" name="Stap 10">
            <a:extLst>
              <a:ext uri="{FF2B5EF4-FFF2-40B4-BE49-F238E27FC236}">
                <a16:creationId xmlns:a16="http://schemas.microsoft.com/office/drawing/2014/main" id="{D2E8DB95-17C6-0A44-F617-E9BF6D6EA9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41860" y="919784"/>
            <a:ext cx="3002140" cy="2960346"/>
          </a:xfrm>
          <a:prstGeom prst="rect">
            <a:avLst/>
          </a:prstGeom>
        </p:spPr>
      </p:pic>
      <p:pic>
        <p:nvPicPr>
          <p:cNvPr id="24" name="Stap 11">
            <a:extLst>
              <a:ext uri="{FF2B5EF4-FFF2-40B4-BE49-F238E27FC236}">
                <a16:creationId xmlns:a16="http://schemas.microsoft.com/office/drawing/2014/main" id="{67EFCFBB-4FF1-7DCD-DB7C-2D8548C639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41860" y="928619"/>
            <a:ext cx="3002140" cy="296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9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EAA85-13D6-3867-A926-2F1A42919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0451B7-3551-3FD9-05B1-D8462C2F0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0440" y="1155730"/>
            <a:ext cx="4291560" cy="3015936"/>
          </a:xfrm>
          <a:prstGeom prst="rect">
            <a:avLst/>
          </a:prstGeom>
        </p:spPr>
      </p:pic>
      <p:sp>
        <p:nvSpPr>
          <p:cNvPr id="8" name="kader SO 1">
            <a:extLst>
              <a:ext uri="{FF2B5EF4-FFF2-40B4-BE49-F238E27FC236}">
                <a16:creationId xmlns:a16="http://schemas.microsoft.com/office/drawing/2014/main" id="{36209D7A-8174-E2CC-EC03-801813EC27F7}"/>
              </a:ext>
            </a:extLst>
          </p:cNvPr>
          <p:cNvSpPr/>
          <p:nvPr/>
        </p:nvSpPr>
        <p:spPr>
          <a:xfrm>
            <a:off x="460587" y="1595414"/>
            <a:ext cx="3894666" cy="68719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sp>
        <p:nvSpPr>
          <p:cNvPr id="9" name="kader SO 2">
            <a:extLst>
              <a:ext uri="{FF2B5EF4-FFF2-40B4-BE49-F238E27FC236}">
                <a16:creationId xmlns:a16="http://schemas.microsoft.com/office/drawing/2014/main" id="{B251E3B3-4937-B2C8-75B2-2A0FD48B6C53}"/>
              </a:ext>
            </a:extLst>
          </p:cNvPr>
          <p:cNvSpPr/>
          <p:nvPr/>
        </p:nvSpPr>
        <p:spPr>
          <a:xfrm>
            <a:off x="460587" y="2302644"/>
            <a:ext cx="3894666" cy="5982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6409AE29-625B-5E15-8296-95FFEA39C40E}"/>
              </a:ext>
            </a:extLst>
          </p:cNvPr>
          <p:cNvGrpSpPr/>
          <p:nvPr/>
        </p:nvGrpSpPr>
        <p:grpSpPr>
          <a:xfrm>
            <a:off x="5018338" y="87448"/>
            <a:ext cx="2106503" cy="4891079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736DEE2-1EB7-66AF-D682-3EEAB2B29F2F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86DE795B-191D-7461-CC72-2EEB478908F1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25" name="start: pijl ssd-&gt;1">
            <a:extLst>
              <a:ext uri="{FF2B5EF4-FFF2-40B4-BE49-F238E27FC236}">
                <a16:creationId xmlns:a16="http://schemas.microsoft.com/office/drawing/2014/main" id="{C32FA14B-6AAC-9B96-4C62-88355254B16E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>
            <a:off x="4355253" y="1939014"/>
            <a:ext cx="795582" cy="2003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tart: stap 1">
            <a:extLst>
              <a:ext uri="{FF2B5EF4-FFF2-40B4-BE49-F238E27FC236}">
                <a16:creationId xmlns:a16="http://schemas.microsoft.com/office/drawing/2014/main" id="{9AD73BFF-D867-F483-1F44-E1E22AE12C5C}"/>
              </a:ext>
            </a:extLst>
          </p:cNvPr>
          <p:cNvSpPr txBox="1"/>
          <p:nvPr/>
        </p:nvSpPr>
        <p:spPr>
          <a:xfrm>
            <a:off x="5150835" y="921074"/>
            <a:ext cx="1859864" cy="20759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dirty="0"/>
              <a:t>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dirty="0"/>
              <a:t>Wel </a:t>
            </a:r>
            <a:r>
              <a:rPr lang="nl-BE" sz="1100" dirty="0" err="1"/>
              <a:t>knowing</a:t>
            </a:r>
            <a:endParaRPr lang="nl-BE" sz="1100" dirty="0"/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OC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Tussentoestand?</a:t>
            </a:r>
          </a:p>
          <a:p>
            <a:pPr marL="358775" lvl="1" indent="-1762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Nee (alleen input/output)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Geen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cxnSp>
        <p:nvCxnSpPr>
          <p:cNvPr id="48" name="rol: pijl ssd-&gt;1">
            <a:extLst>
              <a:ext uri="{FF2B5EF4-FFF2-40B4-BE49-F238E27FC236}">
                <a16:creationId xmlns:a16="http://schemas.microsoft.com/office/drawing/2014/main" id="{97CBB7E4-855E-C264-952C-7412E0A05BF1}"/>
              </a:ext>
            </a:extLst>
          </p:cNvPr>
          <p:cNvCxnSpPr>
            <a:cxnSpLocks/>
            <a:stCxn id="9" idx="3"/>
            <a:endCxn id="46" idx="1"/>
          </p:cNvCxnSpPr>
          <p:nvPr/>
        </p:nvCxnSpPr>
        <p:spPr>
          <a:xfrm>
            <a:off x="4355253" y="2601745"/>
            <a:ext cx="795582" cy="12012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l: stap 1">
            <a:extLst>
              <a:ext uri="{FF2B5EF4-FFF2-40B4-BE49-F238E27FC236}">
                <a16:creationId xmlns:a16="http://schemas.microsoft.com/office/drawing/2014/main" id="{325A9B97-7921-6E94-97A2-7D115996A571}"/>
              </a:ext>
            </a:extLst>
          </p:cNvPr>
          <p:cNvSpPr txBox="1"/>
          <p:nvPr/>
        </p:nvSpPr>
        <p:spPr>
          <a:xfrm>
            <a:off x="5150835" y="3034368"/>
            <a:ext cx="1879889" cy="15372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spcAft>
                <a:spcPts val="300"/>
              </a:spcAft>
            </a:pPr>
            <a:r>
              <a:rPr lang="nl-BE" dirty="0"/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dirty="0"/>
              <a:t>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dirty="0"/>
              <a:t>Wel </a:t>
            </a:r>
            <a:r>
              <a:rPr lang="nl-BE" dirty="0" err="1"/>
              <a:t>knowing</a:t>
            </a:r>
            <a:endParaRPr lang="nl-BE" dirty="0"/>
          </a:p>
          <a:p>
            <a:pPr>
              <a:spcAft>
                <a:spcPts val="300"/>
              </a:spcAft>
            </a:pPr>
            <a:r>
              <a:rPr lang="nl-BE" dirty="0"/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dirty="0"/>
              <a:t>OC 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dirty="0">
                <a:sym typeface="Wingdings" panose="05000000000000000000" pitchFamily="2" charset="2"/>
              </a:rPr>
              <a:t>Ook </a:t>
            </a:r>
            <a:r>
              <a:rPr lang="nl-BE" dirty="0" err="1">
                <a:sym typeface="Wingdings" panose="05000000000000000000" pitchFamily="2" charset="2"/>
              </a:rPr>
              <a:t>doing</a:t>
            </a:r>
            <a:endParaRPr lang="nl-BE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99141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2DACF-A0FE-09FD-A5EC-6BDC8DDAB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tap 1">
            <a:extLst>
              <a:ext uri="{FF2B5EF4-FFF2-40B4-BE49-F238E27FC236}">
                <a16:creationId xmlns:a16="http://schemas.microsoft.com/office/drawing/2014/main" id="{B761644A-9EE6-7FB9-E4F5-BB629E67D979}"/>
              </a:ext>
            </a:extLst>
          </p:cNvPr>
          <p:cNvGrpSpPr/>
          <p:nvPr/>
        </p:nvGrpSpPr>
        <p:grpSpPr>
          <a:xfrm>
            <a:off x="103358" y="0"/>
            <a:ext cx="1696413" cy="5065908"/>
            <a:chOff x="-24068" y="-60396"/>
            <a:chExt cx="2392914" cy="5214971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643D2C1-214F-3860-5204-980D928A93FF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675CEC31-7A06-1E19-BB6F-3B8026424536}"/>
                </a:ext>
              </a:extLst>
            </p:cNvPr>
            <p:cNvSpPr txBox="1"/>
            <p:nvPr/>
          </p:nvSpPr>
          <p:spPr>
            <a:xfrm>
              <a:off x="-24068" y="-60396"/>
              <a:ext cx="2286000" cy="860133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sz="1400" dirty="0"/>
                <a:t>Stap 1:</a:t>
              </a:r>
            </a:p>
            <a:p>
              <a:r>
                <a:rPr lang="nl-BE" sz="1400" dirty="0"/>
                <a:t>DOING/ KNOWING?</a:t>
              </a:r>
              <a:endParaRPr lang="nl-BE" sz="1600" dirty="0"/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217718A7-88DF-D473-4FB3-1ECEC5E3D58F}"/>
              </a:ext>
            </a:extLst>
          </p:cNvPr>
          <p:cNvGrpSpPr/>
          <p:nvPr/>
        </p:nvGrpSpPr>
        <p:grpSpPr>
          <a:xfrm>
            <a:off x="1755422" y="-16318"/>
            <a:ext cx="1965700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A2C428E-1FFA-8B66-E3EF-2D1C9FFB87EC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E0F864A0-06A7-88C8-FE5E-D1598C5DDBA2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sz="1400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methode &amp; 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Stap 3A: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FA394721-B9F5-D3F5-67C8-6FF375A227AF}"/>
              </a:ext>
            </a:extLst>
          </p:cNvPr>
          <p:cNvGrpSpPr/>
          <p:nvPr/>
        </p:nvGrpSpPr>
        <p:grpSpPr>
          <a:xfrm>
            <a:off x="3721121" y="-16318"/>
            <a:ext cx="2393427" cy="5073285"/>
            <a:chOff x="-21536" y="-96801"/>
            <a:chExt cx="2390382" cy="5219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A8D3F0E-C8EC-9727-0C5B-CC5DEFA991BA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57C3D93F-C4A3-3A87-9E0F-0924C1DAB47E}"/>
                </a:ext>
              </a:extLst>
            </p:cNvPr>
            <p:cNvSpPr txBox="1"/>
            <p:nvPr/>
          </p:nvSpPr>
          <p:spPr>
            <a:xfrm>
              <a:off x="-21536" y="-96801"/>
              <a:ext cx="2286000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sz="1600" dirty="0"/>
                <a:t>Stap 3B:</a:t>
              </a:r>
            </a:p>
            <a:p>
              <a:r>
                <a:rPr lang="nl-BE" sz="1600" dirty="0"/>
                <a:t>CREATOR</a:t>
              </a:r>
            </a:p>
          </p:txBody>
        </p:sp>
      </p:grpSp>
      <p:sp>
        <p:nvSpPr>
          <p:cNvPr id="23" name="start: stap 1">
            <a:extLst>
              <a:ext uri="{FF2B5EF4-FFF2-40B4-BE49-F238E27FC236}">
                <a16:creationId xmlns:a16="http://schemas.microsoft.com/office/drawing/2014/main" id="{AB363F21-AE64-43AC-743B-39A59B9B8095}"/>
              </a:ext>
            </a:extLst>
          </p:cNvPr>
          <p:cNvSpPr txBox="1"/>
          <p:nvPr/>
        </p:nvSpPr>
        <p:spPr>
          <a:xfrm>
            <a:off x="228057" y="1937401"/>
            <a:ext cx="1342868" cy="4326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selecteerTrekking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7" name="start: pijl 1-&gt;2">
            <a:extLst>
              <a:ext uri="{FF2B5EF4-FFF2-40B4-BE49-F238E27FC236}">
                <a16:creationId xmlns:a16="http://schemas.microsoft.com/office/drawing/2014/main" id="{7694145F-F1BE-FC32-B5E7-2C92064D89F5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1570925" y="2153748"/>
            <a:ext cx="315440" cy="45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tart: stap 2">
            <a:extLst>
              <a:ext uri="{FF2B5EF4-FFF2-40B4-BE49-F238E27FC236}">
                <a16:creationId xmlns:a16="http://schemas.microsoft.com/office/drawing/2014/main" id="{1F773C98-8297-B96A-B5A1-CD8C2FCCDFB9}"/>
              </a:ext>
            </a:extLst>
          </p:cNvPr>
          <p:cNvSpPr txBox="1"/>
          <p:nvPr/>
        </p:nvSpPr>
        <p:spPr>
          <a:xfrm>
            <a:off x="1886365" y="1943837"/>
            <a:ext cx="1529443" cy="4289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nl-BE" dirty="0"/>
              <a:t>+ </a:t>
            </a:r>
            <a:r>
              <a:rPr lang="nl-BE" dirty="0" err="1"/>
              <a:t>selecteerTrekking</a:t>
            </a:r>
            <a:r>
              <a:rPr lang="nl-BE" dirty="0"/>
              <a:t>( naam: String): </a:t>
            </a:r>
            <a:r>
              <a:rPr lang="nl-BE" dirty="0" err="1"/>
              <a:t>void</a:t>
            </a:r>
            <a:endParaRPr lang="nl-BE" dirty="0"/>
          </a:p>
        </p:txBody>
      </p:sp>
      <p:cxnSp>
        <p:nvCxnSpPr>
          <p:cNvPr id="28" name="start: pijl 2-&gt;3">
            <a:extLst>
              <a:ext uri="{FF2B5EF4-FFF2-40B4-BE49-F238E27FC236}">
                <a16:creationId xmlns:a16="http://schemas.microsoft.com/office/drawing/2014/main" id="{DCD80F0A-CA1C-EF64-AA05-77309873071E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>
            <a:off x="3415808" y="2158303"/>
            <a:ext cx="373376" cy="3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tart: stap 3">
            <a:extLst>
              <a:ext uri="{FF2B5EF4-FFF2-40B4-BE49-F238E27FC236}">
                <a16:creationId xmlns:a16="http://schemas.microsoft.com/office/drawing/2014/main" id="{3DADD821-AB4B-0BD6-CF2A-CBED507B7F1E}"/>
              </a:ext>
            </a:extLst>
          </p:cNvPr>
          <p:cNvSpPr txBox="1"/>
          <p:nvPr/>
        </p:nvSpPr>
        <p:spPr>
          <a:xfrm>
            <a:off x="3789184" y="894582"/>
            <a:ext cx="2325364" cy="25281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dirty="0"/>
              <a:t>EXPERT: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Wie is expert over </a:t>
            </a:r>
            <a:r>
              <a:rPr lang="en-US" dirty="0" err="1"/>
              <a:t>trekkingen</a:t>
            </a:r>
            <a:r>
              <a:rPr lang="en-US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trekkingRepo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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methode</a:t>
            </a:r>
            <a:endParaRPr lang="en-US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Kan DC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methode</a:t>
            </a:r>
            <a:r>
              <a:rPr lang="en-US" dirty="0"/>
              <a:t> </a:t>
            </a:r>
            <a:r>
              <a:rPr lang="en-US" dirty="0" err="1"/>
              <a:t>oproepen</a:t>
            </a:r>
            <a:r>
              <a:rPr lang="en-US" dirty="0"/>
              <a:t>? 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Ja </a:t>
            </a:r>
            <a:r>
              <a:rPr lang="en-US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geen</a:t>
            </a:r>
            <a:r>
              <a:rPr lang="en-US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aanpassingen</a:t>
            </a:r>
            <a:endParaRPr lang="en-US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Kan </a:t>
            </a:r>
            <a:r>
              <a:rPr lang="en-US" dirty="0" err="1"/>
              <a:t>trekkingRepo</a:t>
            </a:r>
            <a:r>
              <a:rPr lang="en-US" dirty="0"/>
              <a:t> </a:t>
            </a:r>
            <a:r>
              <a:rPr lang="en-US" dirty="0" err="1"/>
              <a:t>zoeken</a:t>
            </a:r>
            <a:r>
              <a:rPr lang="en-US" dirty="0"/>
              <a:t> op naam?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ja (getter naam) 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geen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aanpassingen</a:t>
            </a:r>
            <a:endParaRPr lang="en-US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Geselecteerde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trekking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bijhouden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Associatie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toevoegen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uitwerken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5" name="start: stap 1">
            <a:extLst>
              <a:ext uri="{FF2B5EF4-FFF2-40B4-BE49-F238E27FC236}">
                <a16:creationId xmlns:a16="http://schemas.microsoft.com/office/drawing/2014/main" id="{D1555D5F-DEC1-0D60-45EE-2539488A091C}"/>
              </a:ext>
            </a:extLst>
          </p:cNvPr>
          <p:cNvSpPr txBox="1"/>
          <p:nvPr/>
        </p:nvSpPr>
        <p:spPr>
          <a:xfrm>
            <a:off x="198822" y="3921798"/>
            <a:ext cx="1372103" cy="5910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geefDetailsGeselecteerdeTrekking</a:t>
            </a: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6" name="start: pijl 1-&gt;2">
            <a:extLst>
              <a:ext uri="{FF2B5EF4-FFF2-40B4-BE49-F238E27FC236}">
                <a16:creationId xmlns:a16="http://schemas.microsoft.com/office/drawing/2014/main" id="{37475E93-9471-774D-841A-5337906C08AF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V="1">
            <a:off x="1570925" y="4217345"/>
            <a:ext cx="358874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tart: stap 2">
            <a:extLst>
              <a:ext uri="{FF2B5EF4-FFF2-40B4-BE49-F238E27FC236}">
                <a16:creationId xmlns:a16="http://schemas.microsoft.com/office/drawing/2014/main" id="{6DCBAE6E-9D12-0A9C-53F6-70301B6679DD}"/>
              </a:ext>
            </a:extLst>
          </p:cNvPr>
          <p:cNvSpPr txBox="1"/>
          <p:nvPr/>
        </p:nvSpPr>
        <p:spPr>
          <a:xfrm>
            <a:off x="1929799" y="3908236"/>
            <a:ext cx="1486009" cy="6182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nl-BE" dirty="0"/>
              <a:t>+ </a:t>
            </a:r>
            <a:r>
              <a:rPr lang="nl-BE" dirty="0" err="1"/>
              <a:t>geefDetailsGesele</a:t>
            </a:r>
            <a:br>
              <a:rPr lang="nl-BE" dirty="0"/>
            </a:br>
            <a:r>
              <a:rPr lang="nl-BE" dirty="0" err="1"/>
              <a:t>cteerdeTrekking</a:t>
            </a:r>
            <a:r>
              <a:rPr lang="nl-BE" dirty="0"/>
              <a:t>(): </a:t>
            </a:r>
            <a:r>
              <a:rPr lang="nl-BE" dirty="0" err="1"/>
              <a:t>TrekkingDTO</a:t>
            </a:r>
            <a:endParaRPr lang="nl-BE" dirty="0"/>
          </a:p>
        </p:txBody>
      </p:sp>
      <p:cxnSp>
        <p:nvCxnSpPr>
          <p:cNvPr id="38" name="start: pijl 2-&gt;3">
            <a:extLst>
              <a:ext uri="{FF2B5EF4-FFF2-40B4-BE49-F238E27FC236}">
                <a16:creationId xmlns:a16="http://schemas.microsoft.com/office/drawing/2014/main" id="{BC486863-9053-90E9-9102-E105AEA0B4B8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3415808" y="4217345"/>
            <a:ext cx="374652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tart: stap 3">
            <a:extLst>
              <a:ext uri="{FF2B5EF4-FFF2-40B4-BE49-F238E27FC236}">
                <a16:creationId xmlns:a16="http://schemas.microsoft.com/office/drawing/2014/main" id="{C479B72B-7AA4-EB1E-23B6-BB005A305B57}"/>
              </a:ext>
            </a:extLst>
          </p:cNvPr>
          <p:cNvSpPr txBox="1"/>
          <p:nvPr/>
        </p:nvSpPr>
        <p:spPr>
          <a:xfrm>
            <a:off x="3790460" y="3414319"/>
            <a:ext cx="2324088" cy="16060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dirty="0"/>
              <a:t>EXPERT: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Wie is expert de </a:t>
            </a:r>
            <a:r>
              <a:rPr lang="en-US" dirty="0" err="1"/>
              <a:t>geselecteerde</a:t>
            </a:r>
            <a:r>
              <a:rPr lang="en-US" dirty="0"/>
              <a:t> trekking?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DC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zelf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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geen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aanpassingen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nodig</a:t>
            </a:r>
            <a:endParaRPr lang="en-US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Kan DC naam </a:t>
            </a:r>
            <a:r>
              <a:rPr lang="en-US" dirty="0" err="1"/>
              <a:t>en</a:t>
            </a:r>
            <a:r>
              <a:rPr lang="en-US" dirty="0"/>
              <a:t> datum </a:t>
            </a:r>
            <a:r>
              <a:rPr lang="en-US" dirty="0" err="1"/>
              <a:t>opvragen</a:t>
            </a:r>
            <a:r>
              <a:rPr lang="en-US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ja (getters) 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geen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aanpassingen</a:t>
            </a:r>
            <a:endParaRPr lang="en-US" sz="1100" dirty="0"/>
          </a:p>
          <a:p>
            <a:pPr>
              <a:spcAft>
                <a:spcPts val="0"/>
              </a:spcAft>
            </a:pPr>
            <a:endParaRPr lang="en-US" dirty="0"/>
          </a:p>
        </p:txBody>
      </p:sp>
      <p:pic>
        <p:nvPicPr>
          <p:cNvPr id="2" name="Stap 11">
            <a:extLst>
              <a:ext uri="{FF2B5EF4-FFF2-40B4-BE49-F238E27FC236}">
                <a16:creationId xmlns:a16="http://schemas.microsoft.com/office/drawing/2014/main" id="{A48ECAA4-37FD-2BFF-5956-146AB0ECEA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1860" y="928619"/>
            <a:ext cx="3002140" cy="2960346"/>
          </a:xfrm>
          <a:prstGeom prst="rect">
            <a:avLst/>
          </a:prstGeom>
        </p:spPr>
      </p:pic>
      <p:pic>
        <p:nvPicPr>
          <p:cNvPr id="3" name="Stap 12">
            <a:extLst>
              <a:ext uri="{FF2B5EF4-FFF2-40B4-BE49-F238E27FC236}">
                <a16:creationId xmlns:a16="http://schemas.microsoft.com/office/drawing/2014/main" id="{ADF5377A-FF29-1600-D1DE-1FE8E564F6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1860" y="919749"/>
            <a:ext cx="3002140" cy="2960346"/>
          </a:xfrm>
          <a:prstGeom prst="rect">
            <a:avLst/>
          </a:prstGeom>
        </p:spPr>
      </p:pic>
      <p:pic>
        <p:nvPicPr>
          <p:cNvPr id="4" name="Stap 13">
            <a:extLst>
              <a:ext uri="{FF2B5EF4-FFF2-40B4-BE49-F238E27FC236}">
                <a16:creationId xmlns:a16="http://schemas.microsoft.com/office/drawing/2014/main" id="{0673E72D-4A10-7C20-835E-5B6C845B4A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36454" y="910879"/>
            <a:ext cx="3002140" cy="2960346"/>
          </a:xfrm>
          <a:prstGeom prst="rect">
            <a:avLst/>
          </a:prstGeom>
        </p:spPr>
      </p:pic>
      <p:pic>
        <p:nvPicPr>
          <p:cNvPr id="7" name="Stap 14">
            <a:extLst>
              <a:ext uri="{FF2B5EF4-FFF2-40B4-BE49-F238E27FC236}">
                <a16:creationId xmlns:a16="http://schemas.microsoft.com/office/drawing/2014/main" id="{FC056E66-D3ED-5E3C-BA31-32D55597E44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38000" y="919749"/>
            <a:ext cx="3083424" cy="2951476"/>
          </a:xfrm>
          <a:prstGeom prst="rect">
            <a:avLst/>
          </a:prstGeom>
        </p:spPr>
      </p:pic>
      <p:pic>
        <p:nvPicPr>
          <p:cNvPr id="9" name="Stap 15">
            <a:extLst>
              <a:ext uri="{FF2B5EF4-FFF2-40B4-BE49-F238E27FC236}">
                <a16:creationId xmlns:a16="http://schemas.microsoft.com/office/drawing/2014/main" id="{004D2CBD-1529-A57D-E684-B0147049738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42029" y="923499"/>
            <a:ext cx="3083424" cy="295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9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1" grpId="0" animBg="1"/>
      <p:bldP spid="35" grpId="0" animBg="1"/>
      <p:bldP spid="37" grpId="0" animBg="1"/>
      <p:bldP spid="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D2285-7D8E-2822-7CB1-435BAE44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03CD7F-66A4-6797-D703-42F289D9E1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0440" y="1155730"/>
            <a:ext cx="4291560" cy="3015936"/>
          </a:xfrm>
          <a:prstGeom prst="rect">
            <a:avLst/>
          </a:prstGeom>
        </p:spPr>
      </p:pic>
      <p:sp>
        <p:nvSpPr>
          <p:cNvPr id="8" name="kader SO 1">
            <a:extLst>
              <a:ext uri="{FF2B5EF4-FFF2-40B4-BE49-F238E27FC236}">
                <a16:creationId xmlns:a16="http://schemas.microsoft.com/office/drawing/2014/main" id="{835917A2-FBD5-A6A4-6E12-235BD9D3EAD8}"/>
              </a:ext>
            </a:extLst>
          </p:cNvPr>
          <p:cNvSpPr/>
          <p:nvPr/>
        </p:nvSpPr>
        <p:spPr>
          <a:xfrm>
            <a:off x="477187" y="3263317"/>
            <a:ext cx="3865072" cy="72445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C76FDC0C-4F31-6D99-D462-266E805C7D4D}"/>
              </a:ext>
            </a:extLst>
          </p:cNvPr>
          <p:cNvGrpSpPr/>
          <p:nvPr/>
        </p:nvGrpSpPr>
        <p:grpSpPr>
          <a:xfrm>
            <a:off x="5018338" y="0"/>
            <a:ext cx="2106503" cy="4978527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0631B2E-E32A-DBAA-C2E7-6A700AFB4FD3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82242E88-7901-99C4-4362-0808FB64593D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cxnSp>
        <p:nvCxnSpPr>
          <p:cNvPr id="25" name="start: pijl ssd-&gt;1">
            <a:extLst>
              <a:ext uri="{FF2B5EF4-FFF2-40B4-BE49-F238E27FC236}">
                <a16:creationId xmlns:a16="http://schemas.microsoft.com/office/drawing/2014/main" id="{C2069D40-2861-9449-311D-0CFC0968DDB3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 flipV="1">
            <a:off x="4342259" y="2727225"/>
            <a:ext cx="828601" cy="8983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tart: stap 1">
            <a:extLst>
              <a:ext uri="{FF2B5EF4-FFF2-40B4-BE49-F238E27FC236}">
                <a16:creationId xmlns:a16="http://schemas.microsoft.com/office/drawing/2014/main" id="{9804F247-2C00-299E-8C8A-37B5437E517D}"/>
              </a:ext>
            </a:extLst>
          </p:cNvPr>
          <p:cNvSpPr txBox="1"/>
          <p:nvPr/>
        </p:nvSpPr>
        <p:spPr>
          <a:xfrm>
            <a:off x="5170860" y="1718725"/>
            <a:ext cx="1859864" cy="20169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Antwoord op systeemoperatie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Wel </a:t>
            </a:r>
            <a:r>
              <a:rPr lang="nl-B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Geen OC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Tussentoestand?</a:t>
            </a:r>
          </a:p>
          <a:p>
            <a:pPr marL="358775" lvl="1" indent="-1762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Nee (alleen input/output)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Geen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doing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9" name="kader SO 1">
            <a:extLst>
              <a:ext uri="{FF2B5EF4-FFF2-40B4-BE49-F238E27FC236}">
                <a16:creationId xmlns:a16="http://schemas.microsoft.com/office/drawing/2014/main" id="{8AB275D6-D7DD-A39F-7DDE-3D3C7621AB98}"/>
              </a:ext>
            </a:extLst>
          </p:cNvPr>
          <p:cNvSpPr/>
          <p:nvPr/>
        </p:nvSpPr>
        <p:spPr>
          <a:xfrm>
            <a:off x="477186" y="1600187"/>
            <a:ext cx="3865073" cy="66484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sp>
        <p:nvSpPr>
          <p:cNvPr id="30" name="kader SO 1">
            <a:extLst>
              <a:ext uri="{FF2B5EF4-FFF2-40B4-BE49-F238E27FC236}">
                <a16:creationId xmlns:a16="http://schemas.microsoft.com/office/drawing/2014/main" id="{B786BF6A-E285-E341-5D65-7AE5F7BFE728}"/>
              </a:ext>
            </a:extLst>
          </p:cNvPr>
          <p:cNvSpPr/>
          <p:nvPr/>
        </p:nvSpPr>
        <p:spPr>
          <a:xfrm>
            <a:off x="477187" y="2331190"/>
            <a:ext cx="3865073" cy="5547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32" name="Graphic 31" descr="Checkmark with solid fill">
            <a:extLst>
              <a:ext uri="{FF2B5EF4-FFF2-40B4-BE49-F238E27FC236}">
                <a16:creationId xmlns:a16="http://schemas.microsoft.com/office/drawing/2014/main" id="{44C062EB-430D-4217-D399-8149245CD5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2015" y="1772980"/>
            <a:ext cx="319728" cy="319728"/>
          </a:xfrm>
          <a:prstGeom prst="rect">
            <a:avLst/>
          </a:prstGeom>
        </p:spPr>
      </p:pic>
      <p:pic>
        <p:nvPicPr>
          <p:cNvPr id="33" name="Graphic 32" descr="Checkmark with solid fill">
            <a:extLst>
              <a:ext uri="{FF2B5EF4-FFF2-40B4-BE49-F238E27FC236}">
                <a16:creationId xmlns:a16="http://schemas.microsoft.com/office/drawing/2014/main" id="{A83D6FA9-D0CC-13DB-BB10-8F2EF6BF5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2795" y="2407496"/>
            <a:ext cx="319728" cy="3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17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A99EB-6A38-ADA2-76C6-F14D7DBD7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Stap 1">
            <a:extLst>
              <a:ext uri="{FF2B5EF4-FFF2-40B4-BE49-F238E27FC236}">
                <a16:creationId xmlns:a16="http://schemas.microsoft.com/office/drawing/2014/main" id="{9F0B86F0-EE10-9C79-4C8E-BBCE2B67E6CD}"/>
              </a:ext>
            </a:extLst>
          </p:cNvPr>
          <p:cNvGrpSpPr/>
          <p:nvPr/>
        </p:nvGrpSpPr>
        <p:grpSpPr>
          <a:xfrm>
            <a:off x="103358" y="0"/>
            <a:ext cx="1696413" cy="5065908"/>
            <a:chOff x="-24068" y="-60396"/>
            <a:chExt cx="2392914" cy="5214971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4C10195-2DC6-52D2-97C6-1E11610AB4BF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198AD9FF-D651-8DA1-02A8-9431FA7F4363}"/>
                </a:ext>
              </a:extLst>
            </p:cNvPr>
            <p:cNvSpPr txBox="1"/>
            <p:nvPr/>
          </p:nvSpPr>
          <p:spPr>
            <a:xfrm>
              <a:off x="-24068" y="-60396"/>
              <a:ext cx="2286000" cy="860133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sz="1400" dirty="0"/>
                <a:t>Stap 1:</a:t>
              </a:r>
            </a:p>
            <a:p>
              <a:r>
                <a:rPr lang="nl-BE" sz="1400" dirty="0"/>
                <a:t>DOING/ KNOWING?</a:t>
              </a:r>
              <a:endParaRPr lang="nl-BE" sz="1600" dirty="0"/>
            </a:p>
          </p:txBody>
        </p:sp>
      </p:grpSp>
      <p:grpSp>
        <p:nvGrpSpPr>
          <p:cNvPr id="14" name="Stap 2">
            <a:extLst>
              <a:ext uri="{FF2B5EF4-FFF2-40B4-BE49-F238E27FC236}">
                <a16:creationId xmlns:a16="http://schemas.microsoft.com/office/drawing/2014/main" id="{CC2A6607-96AF-0B45-29A5-8BC23962EBED}"/>
              </a:ext>
            </a:extLst>
          </p:cNvPr>
          <p:cNvGrpSpPr/>
          <p:nvPr/>
        </p:nvGrpSpPr>
        <p:grpSpPr>
          <a:xfrm>
            <a:off x="1755422" y="-16318"/>
            <a:ext cx="1965700" cy="5082226"/>
            <a:chOff x="-69571" y="-104531"/>
            <a:chExt cx="2438417" cy="522729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649DD77-F873-7675-A72A-D935833A95E1}"/>
                </a:ext>
              </a:extLst>
            </p:cNvPr>
            <p:cNvSpPr/>
            <p:nvPr/>
          </p:nvSpPr>
          <p:spPr>
            <a:xfrm>
              <a:off x="29684" y="810070"/>
              <a:ext cx="2339162" cy="4312695"/>
            </a:xfrm>
            <a:prstGeom prst="roundRect">
              <a:avLst/>
            </a:prstGeom>
            <a:no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D651781F-0EC0-4203-13B3-734C63B4D21D}"/>
                </a:ext>
              </a:extLst>
            </p:cNvPr>
            <p:cNvSpPr txBox="1"/>
            <p:nvPr/>
          </p:nvSpPr>
          <p:spPr>
            <a:xfrm>
              <a:off x="-69571" y="-104531"/>
              <a:ext cx="2438416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80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pPr>
                <a:spcAft>
                  <a:spcPts val="0"/>
                </a:spcAft>
              </a:pPr>
              <a:r>
                <a:rPr lang="nl-BE" sz="1400" dirty="0"/>
                <a:t>Stap 2: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methode &amp; </a:t>
              </a:r>
            </a:p>
            <a:p>
              <a:pPr>
                <a:spcAft>
                  <a:spcPts val="0"/>
                </a:spcAft>
              </a:pPr>
              <a:r>
                <a:rPr lang="nl-BE" sz="1400" dirty="0"/>
                <a:t>Stap 3A: CONTROLLER</a:t>
              </a:r>
            </a:p>
          </p:txBody>
        </p:sp>
      </p:grpSp>
      <p:grpSp>
        <p:nvGrpSpPr>
          <p:cNvPr id="17" name="Stap 3">
            <a:extLst>
              <a:ext uri="{FF2B5EF4-FFF2-40B4-BE49-F238E27FC236}">
                <a16:creationId xmlns:a16="http://schemas.microsoft.com/office/drawing/2014/main" id="{3D058C45-D58E-9128-CD37-94ED67A6B1C1}"/>
              </a:ext>
            </a:extLst>
          </p:cNvPr>
          <p:cNvGrpSpPr/>
          <p:nvPr/>
        </p:nvGrpSpPr>
        <p:grpSpPr>
          <a:xfrm>
            <a:off x="3721121" y="-16318"/>
            <a:ext cx="2393427" cy="5073285"/>
            <a:chOff x="-21536" y="-96801"/>
            <a:chExt cx="2390382" cy="52195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C439A9B-4A11-3AD8-24AE-793C52708F3C}"/>
                </a:ext>
              </a:extLst>
            </p:cNvPr>
            <p:cNvSpPr/>
            <p:nvPr/>
          </p:nvSpPr>
          <p:spPr>
            <a:xfrm>
              <a:off x="29684" y="808859"/>
              <a:ext cx="2339162" cy="4313906"/>
            </a:xfrm>
            <a:prstGeom prst="roundRect">
              <a:avLst/>
            </a:prstGeom>
            <a:solidFill>
              <a:schemeClr val="bg2"/>
            </a:solidFill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>
                <a:solidFill>
                  <a:schemeClr val="accent1"/>
                </a:solidFill>
              </a:endParaRPr>
            </a:p>
          </p:txBody>
        </p: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36A9B964-253B-CA66-5672-3227CD60EF7B}"/>
                </a:ext>
              </a:extLst>
            </p:cNvPr>
            <p:cNvSpPr txBox="1"/>
            <p:nvPr/>
          </p:nvSpPr>
          <p:spPr>
            <a:xfrm>
              <a:off x="-21536" y="-96801"/>
              <a:ext cx="2286000" cy="871931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accent5"/>
                  </a:solidFill>
                </a:defRPr>
              </a:lvl2pPr>
              <a:lvl3pPr>
                <a:defRPr>
                  <a:solidFill>
                    <a:schemeClr val="accent5"/>
                  </a:solidFill>
                </a:defRPr>
              </a:lvl3pPr>
              <a:lvl4pPr>
                <a:defRPr>
                  <a:solidFill>
                    <a:schemeClr val="accent5"/>
                  </a:solidFill>
                </a:defRPr>
              </a:lvl4pPr>
              <a:lvl5pPr>
                <a:defRPr>
                  <a:solidFill>
                    <a:schemeClr val="accent5"/>
                  </a:solidFill>
                </a:defRPr>
              </a:lvl5pPr>
              <a:lvl6pPr>
                <a:defRPr>
                  <a:solidFill>
                    <a:schemeClr val="accent5"/>
                  </a:solidFill>
                </a:defRPr>
              </a:lvl6pPr>
              <a:lvl7pPr>
                <a:defRPr>
                  <a:solidFill>
                    <a:schemeClr val="accent5"/>
                  </a:solidFill>
                </a:defRPr>
              </a:lvl7pPr>
              <a:lvl8pPr>
                <a:defRPr>
                  <a:solidFill>
                    <a:schemeClr val="accent5"/>
                  </a:solidFill>
                </a:defRPr>
              </a:lvl8pPr>
              <a:lvl9pPr>
                <a:defRPr>
                  <a:solidFill>
                    <a:schemeClr val="accent5"/>
                  </a:solidFill>
                </a:defRPr>
              </a:lvl9pPr>
            </a:lstStyle>
            <a:p>
              <a:r>
                <a:rPr lang="nl-BE" sz="1600" dirty="0"/>
                <a:t>Stap 3B:</a:t>
              </a:r>
            </a:p>
            <a:p>
              <a:r>
                <a:rPr lang="nl-BE" sz="1600" dirty="0"/>
                <a:t>CREATOR</a:t>
              </a:r>
            </a:p>
          </p:txBody>
        </p:sp>
      </p:grpSp>
      <p:sp>
        <p:nvSpPr>
          <p:cNvPr id="23" name="start: stap 1">
            <a:extLst>
              <a:ext uri="{FF2B5EF4-FFF2-40B4-BE49-F238E27FC236}">
                <a16:creationId xmlns:a16="http://schemas.microsoft.com/office/drawing/2014/main" id="{D7423177-5D4B-F2E1-EE2A-7BCD6D5D042B}"/>
              </a:ext>
            </a:extLst>
          </p:cNvPr>
          <p:cNvSpPr txBox="1"/>
          <p:nvPr/>
        </p:nvSpPr>
        <p:spPr>
          <a:xfrm>
            <a:off x="218355" y="2430489"/>
            <a:ext cx="1342868" cy="4326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geefWinst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nl-BE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l-BE" sz="11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knowing</a:t>
            </a:r>
            <a:endParaRPr lang="nl-B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7" name="start: pijl 1-&gt;2">
            <a:extLst>
              <a:ext uri="{FF2B5EF4-FFF2-40B4-BE49-F238E27FC236}">
                <a16:creationId xmlns:a16="http://schemas.microsoft.com/office/drawing/2014/main" id="{EEAE6DAE-3531-2B57-126D-FD4DD8CCA672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1561223" y="2646836"/>
            <a:ext cx="315440" cy="45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tart: stap 2">
            <a:extLst>
              <a:ext uri="{FF2B5EF4-FFF2-40B4-BE49-F238E27FC236}">
                <a16:creationId xmlns:a16="http://schemas.microsoft.com/office/drawing/2014/main" id="{202A62D8-78E5-9395-23D0-41852743B7E2}"/>
              </a:ext>
            </a:extLst>
          </p:cNvPr>
          <p:cNvSpPr txBox="1"/>
          <p:nvPr/>
        </p:nvSpPr>
        <p:spPr>
          <a:xfrm>
            <a:off x="1876663" y="2436925"/>
            <a:ext cx="1738330" cy="4289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nl-BE" dirty="0"/>
              <a:t>+ </a:t>
            </a:r>
            <a:r>
              <a:rPr lang="nl-BE" dirty="0" err="1"/>
              <a:t>geefWinst</a:t>
            </a:r>
            <a:r>
              <a:rPr lang="nl-BE" dirty="0"/>
              <a:t>(nummers: List&lt;Integer&gt;): int</a:t>
            </a:r>
          </a:p>
        </p:txBody>
      </p:sp>
      <p:cxnSp>
        <p:nvCxnSpPr>
          <p:cNvPr id="28" name="start: pijl 2-&gt;3">
            <a:extLst>
              <a:ext uri="{FF2B5EF4-FFF2-40B4-BE49-F238E27FC236}">
                <a16:creationId xmlns:a16="http://schemas.microsoft.com/office/drawing/2014/main" id="{E1D6E8B6-3347-CB3E-73F7-232EA5899902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 flipV="1">
            <a:off x="3614993" y="2634817"/>
            <a:ext cx="216748" cy="165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tart: stap 3">
            <a:extLst>
              <a:ext uri="{FF2B5EF4-FFF2-40B4-BE49-F238E27FC236}">
                <a16:creationId xmlns:a16="http://schemas.microsoft.com/office/drawing/2014/main" id="{E66A6302-29A3-EDCB-33D7-F3B06E56EC5B}"/>
              </a:ext>
            </a:extLst>
          </p:cNvPr>
          <p:cNvSpPr txBox="1"/>
          <p:nvPr/>
        </p:nvSpPr>
        <p:spPr>
          <a:xfrm>
            <a:off x="3831741" y="1876740"/>
            <a:ext cx="2178292" cy="15161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80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dirty="0"/>
              <a:t>EXPERT:</a:t>
            </a:r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Wie is expert over de </a:t>
            </a:r>
            <a:r>
              <a:rPr lang="en-US" dirty="0" err="1"/>
              <a:t>juiste</a:t>
            </a:r>
            <a:r>
              <a:rPr lang="en-US" dirty="0"/>
              <a:t> </a:t>
            </a:r>
            <a:r>
              <a:rPr lang="en-US" dirty="0" err="1"/>
              <a:t>nummers</a:t>
            </a:r>
            <a:r>
              <a:rPr lang="en-US" dirty="0"/>
              <a:t>?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T</a:t>
            </a:r>
            <a:r>
              <a:rPr lang="en-US" sz="1100">
                <a:solidFill>
                  <a:srgbClr val="000000"/>
                </a:solidFill>
                <a:sym typeface="Wingdings" panose="05000000000000000000" pitchFamily="2" charset="2"/>
              </a:rPr>
              <a:t>rekking 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methode</a:t>
            </a:r>
            <a:r>
              <a:rPr lang="en-US" sz="11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rgbClr val="000000"/>
                </a:solidFill>
                <a:sym typeface="Wingdings" panose="05000000000000000000" pitchFamily="2" charset="2"/>
              </a:rPr>
              <a:t>toevoegen</a:t>
            </a:r>
            <a:endParaRPr lang="en-US" dirty="0"/>
          </a:p>
          <a:p>
            <a:pPr marL="228600" indent="-2286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Kan DC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methode</a:t>
            </a:r>
            <a:r>
              <a:rPr lang="en-US" dirty="0"/>
              <a:t> </a:t>
            </a:r>
            <a:r>
              <a:rPr lang="en-US" dirty="0" err="1"/>
              <a:t>oproepen</a:t>
            </a:r>
            <a:r>
              <a:rPr lang="en-US" dirty="0"/>
              <a:t>? </a:t>
            </a:r>
          </a:p>
          <a:p>
            <a:pPr marL="230400" lvl="1" indent="-174625">
              <a:buFont typeface="Wingdings" panose="05000000000000000000" pitchFamily="2" charset="2"/>
              <a:buChar char="à"/>
            </a:pPr>
            <a:r>
              <a:rPr lang="en-US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Ja </a:t>
            </a:r>
            <a:r>
              <a:rPr lang="en-US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geen</a:t>
            </a:r>
            <a:r>
              <a:rPr lang="en-US" sz="1100" kern="100" dirty="0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1100" kern="100" dirty="0" err="1"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aanpassingen</a:t>
            </a:r>
            <a:endParaRPr lang="en-US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Stap 15">
            <a:extLst>
              <a:ext uri="{FF2B5EF4-FFF2-40B4-BE49-F238E27FC236}">
                <a16:creationId xmlns:a16="http://schemas.microsoft.com/office/drawing/2014/main" id="{06E34EDE-06B9-5E1B-B156-F47A15C551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2029" y="923499"/>
            <a:ext cx="3083424" cy="2951475"/>
          </a:xfrm>
          <a:prstGeom prst="rect">
            <a:avLst/>
          </a:prstGeom>
        </p:spPr>
      </p:pic>
      <p:pic>
        <p:nvPicPr>
          <p:cNvPr id="3" name="Stap 16">
            <a:extLst>
              <a:ext uri="{FF2B5EF4-FFF2-40B4-BE49-F238E27FC236}">
                <a16:creationId xmlns:a16="http://schemas.microsoft.com/office/drawing/2014/main" id="{E222FBF8-2273-88D4-707F-E8B8D4484A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2029" y="923499"/>
            <a:ext cx="3083423" cy="2951475"/>
          </a:xfrm>
          <a:prstGeom prst="rect">
            <a:avLst/>
          </a:prstGeom>
        </p:spPr>
      </p:pic>
      <p:pic>
        <p:nvPicPr>
          <p:cNvPr id="4" name="Stap 17">
            <a:extLst>
              <a:ext uri="{FF2B5EF4-FFF2-40B4-BE49-F238E27FC236}">
                <a16:creationId xmlns:a16="http://schemas.microsoft.com/office/drawing/2014/main" id="{FCD2A983-BD41-7EA6-B957-A2B729FA1D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45647" y="923498"/>
            <a:ext cx="3076185" cy="295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1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CB2F9-7768-0313-4C30-DF8DBB325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C811E3-0FF9-E7B4-4419-B4DDAB52DE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0440" y="1155730"/>
            <a:ext cx="4291560" cy="3015936"/>
          </a:xfrm>
          <a:prstGeom prst="rect">
            <a:avLst/>
          </a:prstGeom>
        </p:spPr>
      </p:pic>
      <p:sp>
        <p:nvSpPr>
          <p:cNvPr id="8" name="kader SO 1">
            <a:extLst>
              <a:ext uri="{FF2B5EF4-FFF2-40B4-BE49-F238E27FC236}">
                <a16:creationId xmlns:a16="http://schemas.microsoft.com/office/drawing/2014/main" id="{5B16F2E1-2192-377B-7B84-0B30E024E906}"/>
              </a:ext>
            </a:extLst>
          </p:cNvPr>
          <p:cNvSpPr/>
          <p:nvPr/>
        </p:nvSpPr>
        <p:spPr>
          <a:xfrm>
            <a:off x="477187" y="3263317"/>
            <a:ext cx="3865072" cy="724453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grpSp>
        <p:nvGrpSpPr>
          <p:cNvPr id="11" name="Stap 1">
            <a:extLst>
              <a:ext uri="{FF2B5EF4-FFF2-40B4-BE49-F238E27FC236}">
                <a16:creationId xmlns:a16="http://schemas.microsoft.com/office/drawing/2014/main" id="{E35E2123-39C5-3AF5-1D79-89DE4401762E}"/>
              </a:ext>
            </a:extLst>
          </p:cNvPr>
          <p:cNvGrpSpPr/>
          <p:nvPr/>
        </p:nvGrpSpPr>
        <p:grpSpPr>
          <a:xfrm>
            <a:off x="5018338" y="0"/>
            <a:ext cx="2106503" cy="4978527"/>
            <a:chOff x="-24068" y="119577"/>
            <a:chExt cx="2392914" cy="5034998"/>
          </a:xfrm>
          <a:solidFill>
            <a:schemeClr val="bg2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92CF283-F42F-742E-B67F-FEF30AA9AA5F}"/>
                </a:ext>
              </a:extLst>
            </p:cNvPr>
            <p:cNvSpPr/>
            <p:nvPr/>
          </p:nvSpPr>
          <p:spPr>
            <a:xfrm>
              <a:off x="29682" y="838190"/>
              <a:ext cx="2339164" cy="4316385"/>
            </a:xfrm>
            <a:prstGeom prst="roundRect">
              <a:avLst/>
            </a:prstGeom>
            <a:grpFill/>
            <a:ln w="28575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1CE8D43B-998F-57BA-994E-73F103CD6276}"/>
                </a:ext>
              </a:extLst>
            </p:cNvPr>
            <p:cNvSpPr txBox="1"/>
            <p:nvPr/>
          </p:nvSpPr>
          <p:spPr>
            <a:xfrm>
              <a:off x="-24068" y="119577"/>
              <a:ext cx="2286000" cy="680159"/>
            </a:xfrm>
            <a:prstGeom prst="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lnSpc>
                  <a:spcPct val="107000"/>
                </a:lnSpc>
                <a:spcAft>
                  <a:spcPts val="0"/>
                </a:spcAft>
                <a:defRPr kern="100">
                  <a:solidFill>
                    <a:srgbClr val="5B9BD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nl-BE" dirty="0"/>
                <a:t>Stap 1:</a:t>
              </a:r>
            </a:p>
            <a:p>
              <a:r>
                <a:rPr lang="nl-BE" dirty="0"/>
                <a:t>DOING/KNOWING?</a:t>
              </a:r>
            </a:p>
          </p:txBody>
        </p:sp>
      </p:grpSp>
      <p:sp>
        <p:nvSpPr>
          <p:cNvPr id="29" name="kader SO 1">
            <a:extLst>
              <a:ext uri="{FF2B5EF4-FFF2-40B4-BE49-F238E27FC236}">
                <a16:creationId xmlns:a16="http://schemas.microsoft.com/office/drawing/2014/main" id="{0403B82D-7BD5-BB27-5909-7D28B4BBB816}"/>
              </a:ext>
            </a:extLst>
          </p:cNvPr>
          <p:cNvSpPr/>
          <p:nvPr/>
        </p:nvSpPr>
        <p:spPr>
          <a:xfrm>
            <a:off x="477186" y="1600187"/>
            <a:ext cx="3865073" cy="66484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sp>
        <p:nvSpPr>
          <p:cNvPr id="30" name="kader SO 1">
            <a:extLst>
              <a:ext uri="{FF2B5EF4-FFF2-40B4-BE49-F238E27FC236}">
                <a16:creationId xmlns:a16="http://schemas.microsoft.com/office/drawing/2014/main" id="{D9300617-A0DC-4A5B-CEEC-1CF91065592E}"/>
              </a:ext>
            </a:extLst>
          </p:cNvPr>
          <p:cNvSpPr/>
          <p:nvPr/>
        </p:nvSpPr>
        <p:spPr>
          <a:xfrm>
            <a:off x="477187" y="2331190"/>
            <a:ext cx="3865073" cy="5547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pic>
        <p:nvPicPr>
          <p:cNvPr id="32" name="Graphic 31" descr="Checkmark with solid fill">
            <a:extLst>
              <a:ext uri="{FF2B5EF4-FFF2-40B4-BE49-F238E27FC236}">
                <a16:creationId xmlns:a16="http://schemas.microsoft.com/office/drawing/2014/main" id="{9621668F-301A-C8CB-F4C0-DA23608F4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2015" y="1772980"/>
            <a:ext cx="319728" cy="319728"/>
          </a:xfrm>
          <a:prstGeom prst="rect">
            <a:avLst/>
          </a:prstGeom>
        </p:spPr>
      </p:pic>
      <p:pic>
        <p:nvPicPr>
          <p:cNvPr id="33" name="Graphic 32" descr="Checkmark with solid fill">
            <a:extLst>
              <a:ext uri="{FF2B5EF4-FFF2-40B4-BE49-F238E27FC236}">
                <a16:creationId xmlns:a16="http://schemas.microsoft.com/office/drawing/2014/main" id="{27F44DB9-ED9D-5B03-8083-8FAC5AC2B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2795" y="2407496"/>
            <a:ext cx="319728" cy="319728"/>
          </a:xfrm>
          <a:prstGeom prst="rect">
            <a:avLst/>
          </a:prstGeom>
        </p:spPr>
      </p:pic>
      <p:sp>
        <p:nvSpPr>
          <p:cNvPr id="9" name="kader SO 2">
            <a:extLst>
              <a:ext uri="{FF2B5EF4-FFF2-40B4-BE49-F238E27FC236}">
                <a16:creationId xmlns:a16="http://schemas.microsoft.com/office/drawing/2014/main" id="{834E442E-F3A3-6B44-2BCB-8577D6D02103}"/>
              </a:ext>
            </a:extLst>
          </p:cNvPr>
          <p:cNvSpPr/>
          <p:nvPr/>
        </p:nvSpPr>
        <p:spPr>
          <a:xfrm>
            <a:off x="488448" y="3031191"/>
            <a:ext cx="3049612" cy="25718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BE"/>
          </a:p>
        </p:txBody>
      </p:sp>
      <p:cxnSp>
        <p:nvCxnSpPr>
          <p:cNvPr id="48" name="rol: pijl ssd-&gt;1">
            <a:extLst>
              <a:ext uri="{FF2B5EF4-FFF2-40B4-BE49-F238E27FC236}">
                <a16:creationId xmlns:a16="http://schemas.microsoft.com/office/drawing/2014/main" id="{D548F40E-5141-AD0B-ED96-3BE3B8C770B3}"/>
              </a:ext>
            </a:extLst>
          </p:cNvPr>
          <p:cNvCxnSpPr>
            <a:cxnSpLocks/>
            <a:stCxn id="9" idx="3"/>
            <a:endCxn id="46" idx="1"/>
          </p:cNvCxnSpPr>
          <p:nvPr/>
        </p:nvCxnSpPr>
        <p:spPr>
          <a:xfrm flipV="1">
            <a:off x="3538060" y="2727224"/>
            <a:ext cx="1632800" cy="4325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l: stap 1">
            <a:extLst>
              <a:ext uri="{FF2B5EF4-FFF2-40B4-BE49-F238E27FC236}">
                <a16:creationId xmlns:a16="http://schemas.microsoft.com/office/drawing/2014/main" id="{17FDAFFC-DE93-2381-2FF0-1B6B9341CE3D}"/>
              </a:ext>
            </a:extLst>
          </p:cNvPr>
          <p:cNvSpPr txBox="1"/>
          <p:nvPr/>
        </p:nvSpPr>
        <p:spPr>
          <a:xfrm>
            <a:off x="5170860" y="1671308"/>
            <a:ext cx="1859864" cy="21118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0"/>
              </a:spcAft>
              <a:defRPr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spcAft>
                <a:spcPts val="300"/>
              </a:spcAft>
            </a:pPr>
            <a:r>
              <a:rPr lang="nl-BE" dirty="0"/>
              <a:t>KNOWING?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dirty="0"/>
              <a:t>Geen data ophalen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dirty="0"/>
              <a:t>Geen </a:t>
            </a:r>
            <a:r>
              <a:rPr lang="nl-BE" dirty="0" err="1"/>
              <a:t>knowing</a:t>
            </a:r>
            <a:endParaRPr lang="nl-BE" dirty="0"/>
          </a:p>
          <a:p>
            <a:pPr>
              <a:spcAft>
                <a:spcPts val="300"/>
              </a:spcAft>
            </a:pPr>
            <a:r>
              <a:rPr lang="nl-BE" dirty="0"/>
              <a:t>DOING?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dirty="0"/>
              <a:t>Geen OC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dirty="0"/>
              <a:t>Tussentoestand?</a:t>
            </a:r>
          </a:p>
          <a:p>
            <a:pPr marL="358775" lvl="1" indent="-1762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Nee (alleen input/output)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dirty="0">
                <a:sym typeface="Wingdings" panose="05000000000000000000" pitchFamily="2" charset="2"/>
              </a:rPr>
              <a:t>Geen </a:t>
            </a:r>
            <a:r>
              <a:rPr lang="nl-BE" dirty="0" err="1">
                <a:sym typeface="Wingdings" panose="05000000000000000000" pitchFamily="2" charset="2"/>
              </a:rPr>
              <a:t>doing</a:t>
            </a:r>
            <a:endParaRPr lang="nl-BE" dirty="0">
              <a:sym typeface="Wingdings" panose="05000000000000000000" pitchFamily="2" charset="2"/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r>
              <a:rPr lang="nl-BE" dirty="0">
                <a:sym typeface="Wingdings" panose="05000000000000000000" pitchFamily="2" charset="2"/>
              </a:rPr>
              <a:t>Niets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à"/>
            </a:pPr>
            <a:endParaRPr lang="nl-BE" dirty="0">
              <a:sym typeface="Wingdings" panose="05000000000000000000" pitchFamily="2" charset="2"/>
            </a:endParaRPr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1DC60B9A-6D14-CFBC-5D4B-FF7A3E359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2795" y="3458872"/>
            <a:ext cx="319728" cy="3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8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D05A-B6CA-5DCB-B983-354C27084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2562280-20EC-BECF-B173-B5D0D2DEF2BC}"/>
              </a:ext>
            </a:extLst>
          </p:cNvPr>
          <p:cNvGrpSpPr/>
          <p:nvPr/>
        </p:nvGrpSpPr>
        <p:grpSpPr>
          <a:xfrm>
            <a:off x="1864157" y="718736"/>
            <a:ext cx="5415685" cy="3706028"/>
            <a:chOff x="280440" y="1155730"/>
            <a:chExt cx="4522083" cy="301593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60A7C17-9093-D125-039A-90BD4FA63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80440" y="1155730"/>
              <a:ext cx="4291560" cy="3015936"/>
            </a:xfrm>
            <a:prstGeom prst="rect">
              <a:avLst/>
            </a:prstGeom>
          </p:spPr>
        </p:pic>
        <p:sp>
          <p:nvSpPr>
            <p:cNvPr id="8" name="kader SO 1">
              <a:extLst>
                <a:ext uri="{FF2B5EF4-FFF2-40B4-BE49-F238E27FC236}">
                  <a16:creationId xmlns:a16="http://schemas.microsoft.com/office/drawing/2014/main" id="{88EEC1AF-B165-69EB-8599-22F7C5EA4525}"/>
                </a:ext>
              </a:extLst>
            </p:cNvPr>
            <p:cNvSpPr/>
            <p:nvPr/>
          </p:nvSpPr>
          <p:spPr>
            <a:xfrm>
              <a:off x="477187" y="3263317"/>
              <a:ext cx="3865072" cy="724453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29" name="kader SO 1">
              <a:extLst>
                <a:ext uri="{FF2B5EF4-FFF2-40B4-BE49-F238E27FC236}">
                  <a16:creationId xmlns:a16="http://schemas.microsoft.com/office/drawing/2014/main" id="{D04F28D6-C940-555D-40F6-E32F1B2D619A}"/>
                </a:ext>
              </a:extLst>
            </p:cNvPr>
            <p:cNvSpPr/>
            <p:nvPr/>
          </p:nvSpPr>
          <p:spPr>
            <a:xfrm>
              <a:off x="477186" y="1600187"/>
              <a:ext cx="3865073" cy="664841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30" name="kader SO 1">
              <a:extLst>
                <a:ext uri="{FF2B5EF4-FFF2-40B4-BE49-F238E27FC236}">
                  <a16:creationId xmlns:a16="http://schemas.microsoft.com/office/drawing/2014/main" id="{11AC6D81-9D3C-C8FF-3EE0-6FA626CEA782}"/>
                </a:ext>
              </a:extLst>
            </p:cNvPr>
            <p:cNvSpPr/>
            <p:nvPr/>
          </p:nvSpPr>
          <p:spPr>
            <a:xfrm>
              <a:off x="477187" y="2331190"/>
              <a:ext cx="3865073" cy="554781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pic>
          <p:nvPicPr>
            <p:cNvPr id="32" name="Graphic 31" descr="Checkmark with solid fill">
              <a:extLst>
                <a:ext uri="{FF2B5EF4-FFF2-40B4-BE49-F238E27FC236}">
                  <a16:creationId xmlns:a16="http://schemas.microsoft.com/office/drawing/2014/main" id="{695424A7-864A-7D45-7317-1DCFE1915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82015" y="1772980"/>
              <a:ext cx="319728" cy="319728"/>
            </a:xfrm>
            <a:prstGeom prst="rect">
              <a:avLst/>
            </a:prstGeom>
          </p:spPr>
        </p:pic>
        <p:pic>
          <p:nvPicPr>
            <p:cNvPr id="33" name="Graphic 32" descr="Checkmark with solid fill">
              <a:extLst>
                <a:ext uri="{FF2B5EF4-FFF2-40B4-BE49-F238E27FC236}">
                  <a16:creationId xmlns:a16="http://schemas.microsoft.com/office/drawing/2014/main" id="{FE8A4123-C9E1-E55F-CEA9-E8CC87750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82795" y="2407496"/>
              <a:ext cx="319728" cy="319728"/>
            </a:xfrm>
            <a:prstGeom prst="rect">
              <a:avLst/>
            </a:prstGeom>
          </p:spPr>
        </p:pic>
        <p:sp>
          <p:nvSpPr>
            <p:cNvPr id="9" name="kader SO 2">
              <a:extLst>
                <a:ext uri="{FF2B5EF4-FFF2-40B4-BE49-F238E27FC236}">
                  <a16:creationId xmlns:a16="http://schemas.microsoft.com/office/drawing/2014/main" id="{571560AF-E5AD-1B6C-76E1-61AA080C531A}"/>
                </a:ext>
              </a:extLst>
            </p:cNvPr>
            <p:cNvSpPr/>
            <p:nvPr/>
          </p:nvSpPr>
          <p:spPr>
            <a:xfrm>
              <a:off x="488448" y="3031191"/>
              <a:ext cx="3049612" cy="257182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pic>
          <p:nvPicPr>
            <p:cNvPr id="5" name="Graphic 4" descr="Checkmark with solid fill">
              <a:extLst>
                <a:ext uri="{FF2B5EF4-FFF2-40B4-BE49-F238E27FC236}">
                  <a16:creationId xmlns:a16="http://schemas.microsoft.com/office/drawing/2014/main" id="{4C62D728-5733-9BDD-2719-C777CADB6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82795" y="3458872"/>
              <a:ext cx="319728" cy="319728"/>
            </a:xfrm>
            <a:prstGeom prst="rect">
              <a:avLst/>
            </a:prstGeom>
          </p:spPr>
        </p:pic>
        <p:pic>
          <p:nvPicPr>
            <p:cNvPr id="2" name="Graphic 1" descr="Checkmark with solid fill">
              <a:extLst>
                <a:ext uri="{FF2B5EF4-FFF2-40B4-BE49-F238E27FC236}">
                  <a16:creationId xmlns:a16="http://schemas.microsoft.com/office/drawing/2014/main" id="{0BB86C88-39E1-AA9F-DC71-B9A05B93B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20431" y="2938909"/>
              <a:ext cx="319728" cy="319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8085083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hogent">
      <a:dk1>
        <a:srgbClr val="000000"/>
      </a:dk1>
      <a:lt1>
        <a:srgbClr val="EF8767"/>
      </a:lt1>
      <a:dk2>
        <a:srgbClr val="000000"/>
      </a:dk2>
      <a:lt2>
        <a:srgbClr val="FFFFFF"/>
      </a:lt2>
      <a:accent1>
        <a:srgbClr val="F1C29F"/>
      </a:accent1>
      <a:accent2>
        <a:srgbClr val="ECECEC"/>
      </a:accent2>
      <a:accent3>
        <a:srgbClr val="646567"/>
      </a:accent3>
      <a:accent4>
        <a:srgbClr val="BBBDBE"/>
      </a:accent4>
      <a:accent5>
        <a:srgbClr val="EF8767"/>
      </a:accent5>
      <a:accent6>
        <a:srgbClr val="818285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GENT_template - kopie.pptx" id="{D7FA1453-3471-430B-A1AD-B8124E043D4F}" vid="{0AFD6EF6-68DC-4EAD-A60A-445247A1A2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CC9219CDE3643A3AB9662AE8967EF" ma:contentTypeVersion="9" ma:contentTypeDescription="Een nieuw document maken." ma:contentTypeScope="" ma:versionID="d4fee887ed0f745a573c54bef215fb6c">
  <xsd:schema xmlns:xsd="http://www.w3.org/2001/XMLSchema" xmlns:xs="http://www.w3.org/2001/XMLSchema" xmlns:p="http://schemas.microsoft.com/office/2006/metadata/properties" xmlns:ns2="a6605698-f7af-4793-800a-c8e7c4529028" xmlns:ns3="ac0f5b23-421e-4b12-976e-a91b19169f8e" targetNamespace="http://schemas.microsoft.com/office/2006/metadata/properties" ma:root="true" ma:fieldsID="41f7c8d2cffa4531964d76742ecb0fb3" ns2:_="" ns3:_="">
    <xsd:import namespace="a6605698-f7af-4793-800a-c8e7c4529028"/>
    <xsd:import namespace="ac0f5b23-421e-4b12-976e-a91b19169f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605698-f7af-4793-800a-c8e7c4529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04d6853f-ba83-42af-bfed-9e600a62ad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0f5b23-421e-4b12-976e-a91b19169f8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a6aa462-be32-4ce6-b9b4-4368c0b8d54c}" ma:internalName="TaxCatchAll" ma:showField="CatchAllData" ma:web="ac0f5b23-421e-4b12-976e-a91b19169f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c0f5b23-421e-4b12-976e-a91b19169f8e" xsi:nil="true"/>
    <lcf76f155ced4ddcb4097134ff3c332f xmlns="a6605698-f7af-4793-800a-c8e7c452902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C63119D-5D86-4E57-A0C0-38E4AC1E87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605698-f7af-4793-800a-c8e7c4529028"/>
    <ds:schemaRef ds:uri="ac0f5b23-421e-4b12-976e-a91b19169f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72CB05-A679-46A1-87A7-FF1E5CD95C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D6FCC5-9E80-433C-A29C-24EB2379A580}">
  <ds:schemaRefs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76666a8f-3f3e-4a59-823b-46bbc3ea8fec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4ff2f1d-2822-4846-92fa-1b6a93b438d5"/>
    <ds:schemaRef ds:uri="ac0f5b23-421e-4b12-976e-a91b19169f8e"/>
    <ds:schemaRef ds:uri="a6605698-f7af-4793-800a-c8e7c452902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HOGENT</Template>
  <TotalTime>4295</TotalTime>
  <Words>600</Words>
  <Application>Microsoft Office PowerPoint</Application>
  <PresentationFormat>On-screen Show (16:9)</PresentationFormat>
  <Paragraphs>170</Paragraphs>
  <Slides>17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Montserrat ExtraLight</vt:lpstr>
      <vt:lpstr>Calibri</vt:lpstr>
      <vt:lpstr>Montserrat SemiBold</vt:lpstr>
      <vt:lpstr>Montserrat ExtraBold</vt:lpstr>
      <vt:lpstr>Montserrat</vt:lpstr>
      <vt:lpstr>Wingdings</vt:lpstr>
      <vt:lpstr>Arial</vt:lpstr>
      <vt:lpstr>Kantoorthema</vt:lpstr>
      <vt:lpstr>OOSD I</vt:lpstr>
      <vt:lpstr>Use case 1: Registreer trekking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case 2: Controleer nummers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Hogeschool 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stefaan.samyn@hogent.be</dc:creator>
  <cp:lastModifiedBy>Fien Spriet</cp:lastModifiedBy>
  <cp:revision>266</cp:revision>
  <cp:lastPrinted>2023-11-15T22:32:20Z</cp:lastPrinted>
  <dcterms:created xsi:type="dcterms:W3CDTF">2018-08-07T08:19:18Z</dcterms:created>
  <dcterms:modified xsi:type="dcterms:W3CDTF">2025-11-01T14:22:17Z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0x01010070124D7D894CBC4F840D1D7C2076F981</vt:lpwstr>
  </property>
</Properties>
</file>