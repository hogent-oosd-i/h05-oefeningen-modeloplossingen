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72" r:id="rId5"/>
    <p:sldId id="873" r:id="rId6"/>
    <p:sldId id="902" r:id="rId7"/>
    <p:sldId id="908" r:id="rId8"/>
    <p:sldId id="909" r:id="rId9"/>
    <p:sldId id="910" r:id="rId10"/>
    <p:sldId id="911" r:id="rId11"/>
    <p:sldId id="912" r:id="rId12"/>
    <p:sldId id="913" r:id="rId13"/>
    <p:sldId id="914" r:id="rId14"/>
    <p:sldId id="915" r:id="rId15"/>
    <p:sldId id="916" r:id="rId16"/>
    <p:sldId id="917" r:id="rId17"/>
  </p:sldIdLst>
  <p:sldSz cx="9144000" cy="5143500" type="screen16x9"/>
  <p:notesSz cx="10234613" cy="7104063"/>
  <p:embeddedFontLst>
    <p:embeddedFont>
      <p:font typeface="Montserrat" pitchFamily="2" charset="0"/>
      <p:regular r:id="rId20"/>
      <p:bold r:id="rId21"/>
      <p:italic r:id="rId22"/>
      <p:boldItalic r:id="rId23"/>
    </p:embeddedFont>
    <p:embeddedFont>
      <p:font typeface="Montserrat ExtraBold" pitchFamily="2" charset="0"/>
      <p:bold r:id="rId24"/>
      <p:boldItalic r:id="rId25"/>
    </p:embeddedFont>
    <p:embeddedFont>
      <p:font typeface="Montserrat ExtraLight" pitchFamily="2" charset="0"/>
      <p:regular r:id="rId26"/>
      <p:italic r:id="rId27"/>
    </p:embeddedFont>
    <p:embeddedFont>
      <p:font typeface="Montserrat SemiBold" pitchFamily="2" charset="0"/>
      <p:bold r:id="rId28"/>
      <p:boldItalic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>
          <p15:clr>
            <a:srgbClr val="A4A3A4"/>
          </p15:clr>
        </p15:guide>
        <p15:guide id="2" pos="2888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4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5B9BD5"/>
    <a:srgbClr val="FFFF00"/>
    <a:srgbClr val="F8F8F8"/>
    <a:srgbClr val="F6F6F6"/>
    <a:srgbClr val="FF9933"/>
    <a:srgbClr val="0070C0"/>
    <a:srgbClr val="F5A5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45" autoAdjust="0"/>
  </p:normalViewPr>
  <p:slideViewPr>
    <p:cSldViewPr snapToGrid="0" snapToObjects="1" showGuides="1">
      <p:cViewPr varScale="1">
        <p:scale>
          <a:sx n="128" d="100"/>
          <a:sy n="128" d="100"/>
        </p:scale>
        <p:origin x="144" y="342"/>
      </p:cViewPr>
      <p:guideLst>
        <p:guide orient="horz" pos="1639"/>
        <p:guide pos="2888"/>
        <p:guide orient="horz" pos="1614"/>
        <p:guide pos="4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690"/>
    </p:cViewPr>
  </p:sorterViewPr>
  <p:notesViewPr>
    <p:cSldViewPr snapToGrid="0" snapToObjects="1">
      <p:cViewPr varScale="1">
        <p:scale>
          <a:sx n="73" d="100"/>
          <a:sy n="73" d="100"/>
        </p:scale>
        <p:origin x="405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en Spriet" userId="28c6bad0-c7dd-4315-9906-c1a71a1827bd" providerId="ADAL" clId="{FAC50826-A104-407D-9A3C-2B3B13A2A1DA}"/>
    <pc:docChg chg="custSel addSld delSld modSld">
      <pc:chgData name="Fien Spriet" userId="28c6bad0-c7dd-4315-9906-c1a71a1827bd" providerId="ADAL" clId="{FAC50826-A104-407D-9A3C-2B3B13A2A1DA}" dt="2024-12-16T07:55:50.109" v="2" actId="47"/>
      <pc:docMkLst>
        <pc:docMk/>
      </pc:docMkLst>
      <pc:sldChg chg="delSp add del mod">
        <pc:chgData name="Fien Spriet" userId="28c6bad0-c7dd-4315-9906-c1a71a1827bd" providerId="ADAL" clId="{FAC50826-A104-407D-9A3C-2B3B13A2A1DA}" dt="2024-12-16T07:55:50.109" v="2" actId="47"/>
        <pc:sldMkLst>
          <pc:docMk/>
          <pc:sldMk cId="2049293048" sldId="889"/>
        </pc:sldMkLst>
        <pc:picChg chg="del">
          <ac:chgData name="Fien Spriet" userId="28c6bad0-c7dd-4315-9906-c1a71a1827bd" providerId="ADAL" clId="{FAC50826-A104-407D-9A3C-2B3B13A2A1DA}" dt="2024-12-16T07:55:46.733" v="1" actId="478"/>
          <ac:picMkLst>
            <pc:docMk/>
            <pc:sldMk cId="2049293048" sldId="889"/>
            <ac:picMk id="4" creationId="{0D78E8BD-915D-9CDD-17E0-099B34373D6D}"/>
          </ac:picMkLst>
        </pc:picChg>
      </pc:sldChg>
    </pc:docChg>
  </pc:docChgLst>
  <pc:docChgLst>
    <pc:chgData name="Fien Spriet" userId="28c6bad0-c7dd-4315-9906-c1a71a1827bd" providerId="ADAL" clId="{19A862FE-954D-4027-A1B4-8ECAD6DA4954}"/>
    <pc:docChg chg="modSld modNotesMaster modHandout">
      <pc:chgData name="Fien Spriet" userId="28c6bad0-c7dd-4315-9906-c1a71a1827bd" providerId="ADAL" clId="{19A862FE-954D-4027-A1B4-8ECAD6DA4954}" dt="2023-11-15T21:53:28.896" v="4" actId="729"/>
      <pc:docMkLst>
        <pc:docMk/>
      </pc:docMkLst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801008464" sldId="748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56767461" sldId="749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959416312" sldId="84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625178969" sldId="856"/>
        </pc:sldMkLst>
      </pc:sldChg>
      <pc:sldChg chg="mod modShow">
        <pc:chgData name="Fien Spriet" userId="28c6bad0-c7dd-4315-9906-c1a71a1827bd" providerId="ADAL" clId="{19A862FE-954D-4027-A1B4-8ECAD6DA4954}" dt="2023-11-15T21:53:28.896" v="4" actId="729"/>
        <pc:sldMkLst>
          <pc:docMk/>
          <pc:sldMk cId="3170510318" sldId="87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46164917" sldId="881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497989783" sldId="882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33378283" sldId="88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94068690" sldId="884"/>
        </pc:sldMkLst>
      </pc:sldChg>
      <pc:sldChg chg="mod modShow">
        <pc:chgData name="Fien Spriet" userId="28c6bad0-c7dd-4315-9906-c1a71a1827bd" providerId="ADAL" clId="{19A862FE-954D-4027-A1B4-8ECAD6DA4954}" dt="2023-11-15T21:53:24.315" v="3" actId="729"/>
        <pc:sldMkLst>
          <pc:docMk/>
          <pc:sldMk cId="2643581258" sldId="885"/>
        </pc:sldMkLst>
      </pc:sldChg>
    </pc:docChg>
  </pc:docChgLst>
  <pc:docChgLst>
    <pc:chgData name="Fien Spriet" userId="28c6bad0-c7dd-4315-9906-c1a71a1827bd" providerId="ADAL" clId="{CBBFB0D6-F553-4358-8655-769D9336AC59}"/>
    <pc:docChg chg="undo custSel addSld delSld modSld">
      <pc:chgData name="Fien Spriet" userId="28c6bad0-c7dd-4315-9906-c1a71a1827bd" providerId="ADAL" clId="{CBBFB0D6-F553-4358-8655-769D9336AC59}" dt="2023-11-15T22:25:45.384" v="58" actId="1076"/>
      <pc:docMkLst>
        <pc:docMk/>
      </pc:docMkLst>
      <pc:sldChg chg="modSp add del mod">
        <pc:chgData name="Fien Spriet" userId="28c6bad0-c7dd-4315-9906-c1a71a1827bd" providerId="ADAL" clId="{CBBFB0D6-F553-4358-8655-769D9336AC59}" dt="2023-11-15T22:24:00.197" v="45" actId="20577"/>
        <pc:sldMkLst>
          <pc:docMk/>
          <pc:sldMk cId="915807263" sldId="272"/>
        </pc:sldMkLst>
        <pc:spChg chg="mod">
          <ac:chgData name="Fien Spriet" userId="28c6bad0-c7dd-4315-9906-c1a71a1827bd" providerId="ADAL" clId="{CBBFB0D6-F553-4358-8655-769D9336AC59}" dt="2023-11-15T22:24:00.197" v="45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8420119" sldId="68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148530126" sldId="69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01008464" sldId="74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56767461" sldId="74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03597265" sldId="81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0" sldId="820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959416312" sldId="84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25178969" sldId="85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3224643763" sldId="86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732876743" sldId="86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072291424" sldId="86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390325598" sldId="870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102216657" sldId="871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205331084" sldId="872"/>
        </pc:sldMkLst>
      </pc:sldChg>
      <pc:sldChg chg="addSp delSp modSp mod modShow">
        <pc:chgData name="Fien Spriet" userId="28c6bad0-c7dd-4315-9906-c1a71a1827bd" providerId="ADAL" clId="{CBBFB0D6-F553-4358-8655-769D9336AC59}" dt="2023-11-15T22:25:45.384" v="58" actId="1076"/>
        <pc:sldMkLst>
          <pc:docMk/>
          <pc:sldMk cId="3170510318" sldId="873"/>
        </pc:sldMkLst>
        <pc:graphicFrameChg chg="del modGraphic">
          <ac:chgData name="Fien Spriet" userId="28c6bad0-c7dd-4315-9906-c1a71a1827bd" providerId="ADAL" clId="{CBBFB0D6-F553-4358-8655-769D9336AC59}" dt="2023-11-15T22:24:40.625" v="54" actId="478"/>
          <ac:graphicFrameMkLst>
            <pc:docMk/>
            <pc:sldMk cId="3170510318" sldId="873"/>
            <ac:graphicFrameMk id="2" creationId="{B68B330D-FD8F-C145-0002-5EA399E0B4BB}"/>
          </ac:graphicFrameMkLst>
        </pc:graphicFrameChg>
        <pc:picChg chg="del mod">
          <ac:chgData name="Fien Spriet" userId="28c6bad0-c7dd-4315-9906-c1a71a1827bd" providerId="ADAL" clId="{CBBFB0D6-F553-4358-8655-769D9336AC59}" dt="2023-11-15T22:24:37.863" v="51" actId="478"/>
          <ac:picMkLst>
            <pc:docMk/>
            <pc:sldMk cId="3170510318" sldId="873"/>
            <ac:picMk id="3" creationId="{A6FC49D1-0C72-90F2-01B7-F4255133A971}"/>
          </ac:picMkLst>
        </pc:picChg>
        <pc:picChg chg="add mod">
          <ac:chgData name="Fien Spriet" userId="28c6bad0-c7dd-4315-9906-c1a71a1827bd" providerId="ADAL" clId="{CBBFB0D6-F553-4358-8655-769D9336AC59}" dt="2023-11-15T22:25:45.384" v="58" actId="1076"/>
          <ac:picMkLst>
            <pc:docMk/>
            <pc:sldMk cId="3170510318" sldId="873"/>
            <ac:picMk id="5" creationId="{CF63186F-48B3-BD83-36D2-CD21C92D5FF6}"/>
          </ac:picMkLst>
        </pc:picChg>
        <pc:picChg chg="del">
          <ac:chgData name="Fien Spriet" userId="28c6bad0-c7dd-4315-9906-c1a71a1827bd" providerId="ADAL" clId="{CBBFB0D6-F553-4358-8655-769D9336AC59}" dt="2023-11-15T22:24:38.437" v="52" actId="478"/>
          <ac:picMkLst>
            <pc:docMk/>
            <pc:sldMk cId="3170510318" sldId="873"/>
            <ac:picMk id="20" creationId="{2BB4404D-A67B-10AB-06B4-C345CF2FA341}"/>
          </ac:picMkLst>
        </pc:pic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203321728" sldId="874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371355390" sldId="875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93858090" sldId="87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490973795" sldId="87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1026054" sldId="87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46164917" sldId="88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97989783" sldId="882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33378283" sldId="88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94068690" sldId="884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43581258" sldId="885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30293884" sldId="886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66826947" sldId="887"/>
        </pc:sldMkLst>
      </pc:sldChg>
    </pc:docChg>
  </pc:docChgLst>
  <pc:docChgLst>
    <pc:chgData name="Fien Spriet" userId="28c6bad0-c7dd-4315-9906-c1a71a1827bd" providerId="ADAL" clId="{BF36353F-36B9-4FED-917A-0745732CED0E}"/>
    <pc:docChg chg="undo custSel addSld delSld modSld">
      <pc:chgData name="Fien Spriet" userId="28c6bad0-c7dd-4315-9906-c1a71a1827bd" providerId="ADAL" clId="{BF36353F-36B9-4FED-917A-0745732CED0E}" dt="2024-09-18T09:19:20.061" v="24" actId="14100"/>
      <pc:docMkLst>
        <pc:docMk/>
      </pc:docMkLst>
      <pc:sldChg chg="modSp mod">
        <pc:chgData name="Fien Spriet" userId="28c6bad0-c7dd-4315-9906-c1a71a1827bd" providerId="ADAL" clId="{BF36353F-36B9-4FED-917A-0745732CED0E}" dt="2024-09-18T09:18:33.236" v="9" actId="20577"/>
        <pc:sldMkLst>
          <pc:docMk/>
          <pc:sldMk cId="915807263" sldId="272"/>
        </pc:sldMkLst>
        <pc:spChg chg="mod">
          <ac:chgData name="Fien Spriet" userId="28c6bad0-c7dd-4315-9906-c1a71a1827bd" providerId="ADAL" clId="{BF36353F-36B9-4FED-917A-0745732CED0E}" dt="2024-09-18T09:18:33.236" v="9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del">
        <pc:chgData name="Fien Spriet" userId="28c6bad0-c7dd-4315-9906-c1a71a1827bd" providerId="ADAL" clId="{BF36353F-36B9-4FED-917A-0745732CED0E}" dt="2024-09-18T09:18:35.476" v="10" actId="47"/>
        <pc:sldMkLst>
          <pc:docMk/>
          <pc:sldMk cId="2625178969" sldId="856"/>
        </pc:sldMkLst>
      </pc:sldChg>
      <pc:sldChg chg="addSp delSp modSp mod">
        <pc:chgData name="Fien Spriet" userId="28c6bad0-c7dd-4315-9906-c1a71a1827bd" providerId="ADAL" clId="{BF36353F-36B9-4FED-917A-0745732CED0E}" dt="2024-09-18T09:19:20.061" v="24" actId="14100"/>
        <pc:sldMkLst>
          <pc:docMk/>
          <pc:sldMk cId="3170510318" sldId="873"/>
        </pc:sldMkLst>
        <pc:picChg chg="del">
          <ac:chgData name="Fien Spriet" userId="28c6bad0-c7dd-4315-9906-c1a71a1827bd" providerId="ADAL" clId="{BF36353F-36B9-4FED-917A-0745732CED0E}" dt="2024-09-18T09:18:46.213" v="15" actId="478"/>
          <ac:picMkLst>
            <pc:docMk/>
            <pc:sldMk cId="3170510318" sldId="873"/>
            <ac:picMk id="3" creationId="{C4AA4E6F-D745-3533-8AD0-D769B6CEA305}"/>
          </ac:picMkLst>
        </pc:picChg>
        <pc:picChg chg="add mod ord">
          <ac:chgData name="Fien Spriet" userId="28c6bad0-c7dd-4315-9906-c1a71a1827bd" providerId="ADAL" clId="{BF36353F-36B9-4FED-917A-0745732CED0E}" dt="2024-09-18T09:19:20.061" v="24" actId="14100"/>
          <ac:picMkLst>
            <pc:docMk/>
            <pc:sldMk cId="3170510318" sldId="873"/>
            <ac:picMk id="4" creationId="{46959A4C-1F9E-BCE9-48F0-3575A0653A65}"/>
          </ac:picMkLst>
        </pc:picChg>
      </pc:sldChg>
      <pc:sldChg chg="add del">
        <pc:chgData name="Fien Spriet" userId="28c6bad0-c7dd-4315-9906-c1a71a1827bd" providerId="ADAL" clId="{BF36353F-36B9-4FED-917A-0745732CED0E}" dt="2024-09-18T09:18:43.836" v="14" actId="47"/>
        <pc:sldMkLst>
          <pc:docMk/>
          <pc:sldMk cId="711262040" sldId="880"/>
        </pc:sldMkLst>
      </pc:sldChg>
      <pc:sldChg chg="del">
        <pc:chgData name="Fien Spriet" userId="28c6bad0-c7dd-4315-9906-c1a71a1827bd" providerId="ADAL" clId="{BF36353F-36B9-4FED-917A-0745732CED0E}" dt="2024-09-18T09:18:41.663" v="11" actId="47"/>
        <pc:sldMkLst>
          <pc:docMk/>
          <pc:sldMk cId="956143234" sldId="890"/>
        </pc:sldMkLst>
      </pc:sldChg>
      <pc:sldChg chg="del">
        <pc:chgData name="Fien Spriet" userId="28c6bad0-c7dd-4315-9906-c1a71a1827bd" providerId="ADAL" clId="{BF36353F-36B9-4FED-917A-0745732CED0E}" dt="2024-09-18T09:18:42.190" v="12" actId="47"/>
        <pc:sldMkLst>
          <pc:docMk/>
          <pc:sldMk cId="3235059197" sldId="891"/>
        </pc:sldMkLst>
      </pc:sldChg>
    </pc:docChg>
  </pc:docChgLst>
  <pc:docChgLst>
    <pc:chgData name="Fien Spriet" userId="28c6bad0-c7dd-4315-9906-c1a71a1827bd" providerId="ADAL" clId="{643367F0-E2D0-4714-9E44-EE708B2B2FFD}"/>
    <pc:docChg chg="undo custSel addSld delSld modSld modNotesMaster modHandout">
      <pc:chgData name="Fien Spriet" userId="28c6bad0-c7dd-4315-9906-c1a71a1827bd" providerId="ADAL" clId="{643367F0-E2D0-4714-9E44-EE708B2B2FFD}" dt="2023-11-15T22:38:28.226" v="84" actId="729"/>
      <pc:docMkLst>
        <pc:docMk/>
      </pc:docMkLst>
      <pc:sldChg chg="modSp mod">
        <pc:chgData name="Fien Spriet" userId="28c6bad0-c7dd-4315-9906-c1a71a1827bd" providerId="ADAL" clId="{643367F0-E2D0-4714-9E44-EE708B2B2FFD}" dt="2023-11-15T22:28:19.357" v="7" actId="20577"/>
        <pc:sldMkLst>
          <pc:docMk/>
          <pc:sldMk cId="915807263" sldId="272"/>
        </pc:sldMkLst>
        <pc:spChg chg="mod">
          <ac:chgData name="Fien Spriet" userId="28c6bad0-c7dd-4315-9906-c1a71a1827bd" providerId="ADAL" clId="{643367F0-E2D0-4714-9E44-EE708B2B2FFD}" dt="2023-11-15T22:28:19.357" v="7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Sp delSp modSp add mod">
        <pc:chgData name="Fien Spriet" userId="28c6bad0-c7dd-4315-9906-c1a71a1827bd" providerId="ADAL" clId="{643367F0-E2D0-4714-9E44-EE708B2B2FFD}" dt="2023-11-15T22:28:33.715" v="41" actId="478"/>
        <pc:sldMkLst>
          <pc:docMk/>
          <pc:sldMk cId="2625178969" sldId="856"/>
        </pc:sldMkLst>
        <pc:spChg chg="add mod">
          <ac:chgData name="Fien Spriet" userId="28c6bad0-c7dd-4315-9906-c1a71a1827bd" providerId="ADAL" clId="{643367F0-E2D0-4714-9E44-EE708B2B2FFD}" dt="2023-11-15T22:28:33.715" v="41" actId="478"/>
          <ac:spMkLst>
            <pc:docMk/>
            <pc:sldMk cId="2625178969" sldId="856"/>
            <ac:spMk id="4" creationId="{9DB69ECC-9BD4-C857-98F0-84C23FE18B5F}"/>
          </ac:spMkLst>
        </pc:spChg>
        <pc:spChg chg="del">
          <ac:chgData name="Fien Spriet" userId="28c6bad0-c7dd-4315-9906-c1a71a1827bd" providerId="ADAL" clId="{643367F0-E2D0-4714-9E44-EE708B2B2FFD}" dt="2023-11-15T22:28:33.715" v="41" actId="478"/>
          <ac:spMkLst>
            <pc:docMk/>
            <pc:sldMk cId="2625178969" sldId="856"/>
            <ac:spMk id="15" creationId="{00000000-0000-0000-0000-000000000000}"/>
          </ac:spMkLst>
        </pc:spChg>
        <pc:spChg chg="mod">
          <ac:chgData name="Fien Spriet" userId="28c6bad0-c7dd-4315-9906-c1a71a1827bd" providerId="ADAL" clId="{643367F0-E2D0-4714-9E44-EE708B2B2FFD}" dt="2023-11-15T22:28:31.086" v="40" actId="20577"/>
          <ac:spMkLst>
            <pc:docMk/>
            <pc:sldMk cId="2625178969" sldId="856"/>
            <ac:spMk id="20" creationId="{00000000-0000-0000-0000-000000000000}"/>
          </ac:spMkLst>
        </pc:spChg>
      </pc:sldChg>
      <pc:sldChg chg="addSp delSp modSp mod">
        <pc:chgData name="Fien Spriet" userId="28c6bad0-c7dd-4315-9906-c1a71a1827bd" providerId="ADAL" clId="{643367F0-E2D0-4714-9E44-EE708B2B2FFD}" dt="2023-11-15T22:30:33.738" v="50" actId="167"/>
        <pc:sldMkLst>
          <pc:docMk/>
          <pc:sldMk cId="3170510318" sldId="873"/>
        </pc:sldMkLst>
        <pc:picChg chg="add mod ord">
          <ac:chgData name="Fien Spriet" userId="28c6bad0-c7dd-4315-9906-c1a71a1827bd" providerId="ADAL" clId="{643367F0-E2D0-4714-9E44-EE708B2B2FFD}" dt="2023-11-15T22:30:33.738" v="50" actId="167"/>
          <ac:picMkLst>
            <pc:docMk/>
            <pc:sldMk cId="3170510318" sldId="873"/>
            <ac:picMk id="3" creationId="{C4AA4E6F-D745-3533-8AD0-D769B6CEA305}"/>
          </ac:picMkLst>
        </pc:picChg>
        <pc:picChg chg="del">
          <ac:chgData name="Fien Spriet" userId="28c6bad0-c7dd-4315-9906-c1a71a1827bd" providerId="ADAL" clId="{643367F0-E2D0-4714-9E44-EE708B2B2FFD}" dt="2023-11-15T22:30:19.582" v="45" actId="478"/>
          <ac:picMkLst>
            <pc:docMk/>
            <pc:sldMk cId="3170510318" sldId="873"/>
            <ac:picMk id="5" creationId="{CF63186F-48B3-BD83-36D2-CD21C92D5FF6}"/>
          </ac:picMkLst>
        </pc:picChg>
      </pc:sldChg>
      <pc:sldChg chg="mod modShow">
        <pc:chgData name="Fien Spriet" userId="28c6bad0-c7dd-4315-9906-c1a71a1827bd" providerId="ADAL" clId="{643367F0-E2D0-4714-9E44-EE708B2B2FFD}" dt="2023-11-15T22:38:28.226" v="84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643367F0-E2D0-4714-9E44-EE708B2B2FFD}" dt="2023-11-15T22:38:28.226" v="84" actId="729"/>
        <pc:sldMkLst>
          <pc:docMk/>
          <pc:sldMk cId="2649753759" sldId="888"/>
        </pc:sldMkLst>
      </pc:sldChg>
      <pc:sldChg chg="del">
        <pc:chgData name="Fien Spriet" userId="28c6bad0-c7dd-4315-9906-c1a71a1827bd" providerId="ADAL" clId="{643367F0-E2D0-4714-9E44-EE708B2B2FFD}" dt="2023-11-15T22:38:24.316" v="83" actId="47"/>
        <pc:sldMkLst>
          <pc:docMk/>
          <pc:sldMk cId="3458774184" sldId="889"/>
        </pc:sldMkLst>
      </pc:sldChg>
      <pc:sldChg chg="modSp add del mod modShow">
        <pc:chgData name="Fien Spriet" userId="28c6bad0-c7dd-4315-9906-c1a71a1827bd" providerId="ADAL" clId="{643367F0-E2D0-4714-9E44-EE708B2B2FFD}" dt="2023-11-15T22:38:22.481" v="82" actId="47"/>
        <pc:sldMkLst>
          <pc:docMk/>
          <pc:sldMk cId="956143234" sldId="890"/>
        </pc:sldMkLst>
        <pc:spChg chg="mod">
          <ac:chgData name="Fien Spriet" userId="28c6bad0-c7dd-4315-9906-c1a71a1827bd" providerId="ADAL" clId="{643367F0-E2D0-4714-9E44-EE708B2B2FFD}" dt="2023-11-15T22:30:51.342" v="71" actId="20577"/>
          <ac:spMkLst>
            <pc:docMk/>
            <pc:sldMk cId="956143234" sldId="890"/>
            <ac:spMk id="20" creationId="{00000000-0000-0000-0000-000000000000}"/>
          </ac:spMkLst>
        </pc:spChg>
      </pc:sldChg>
      <pc:sldChg chg="addSp delSp modSp add mod replId">
        <pc:chgData name="Fien Spriet" userId="28c6bad0-c7dd-4315-9906-c1a71a1827bd" providerId="ADAL" clId="{643367F0-E2D0-4714-9E44-EE708B2B2FFD}" dt="2023-11-15T22:31:05.207" v="77" actId="167"/>
        <pc:sldMkLst>
          <pc:docMk/>
          <pc:sldMk cId="3235059197" sldId="891"/>
        </pc:sldMkLst>
        <pc:picChg chg="del">
          <ac:chgData name="Fien Spriet" userId="28c6bad0-c7dd-4315-9906-c1a71a1827bd" providerId="ADAL" clId="{643367F0-E2D0-4714-9E44-EE708B2B2FFD}" dt="2023-11-15T22:30:55.591" v="72" actId="478"/>
          <ac:picMkLst>
            <pc:docMk/>
            <pc:sldMk cId="3235059197" sldId="891"/>
            <ac:picMk id="3" creationId="{C4AA4E6F-D745-3533-8AD0-D769B6CEA305}"/>
          </ac:picMkLst>
        </pc:picChg>
        <pc:picChg chg="add mod ord">
          <ac:chgData name="Fien Spriet" userId="28c6bad0-c7dd-4315-9906-c1a71a1827bd" providerId="ADAL" clId="{643367F0-E2D0-4714-9E44-EE708B2B2FFD}" dt="2023-11-15T22:31:05.207" v="77" actId="167"/>
          <ac:picMkLst>
            <pc:docMk/>
            <pc:sldMk cId="3235059197" sldId="891"/>
            <ac:picMk id="4" creationId="{1A3947C4-3047-F5C2-E4E3-5016ED5A0E3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14BC5D-A909-794A-9D1F-04242A5D2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2D39D-108B-8343-B595-3F5E89FF8C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6A3F5-E40A-BE4C-A81C-F39E5E70F4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70B75-D9A9-6C4D-B558-BA6354982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91488359-39DF-1646-878F-232245F3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326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2437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2" tIns="49522" rIns="99042" bIns="49522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42" tIns="49522" rIns="99042" bIns="4952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C73136C4-34BF-4F63-8452-154E418119A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896867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718B-BD16-BD23-5E5D-0DF55D5D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68242-7701-C956-8736-392001AA1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85EE3-2B5B-D408-A4EF-E08E98E24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F5F31-E5EB-2D64-339A-F76F4BD81FB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C10F8-EEBA-603B-2D08-6FDE6DABE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3406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4AA1F-B61C-7BE5-397B-C86B6007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2F30B-0F6B-63A7-71B7-7346CA527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57F74-BE95-2B4E-644A-7380B484A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01D21-FDD6-F97F-7723-748EEA0F09F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60F62-A778-5E7E-BB4C-7B8C8F30A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0886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A52B-BF72-51B0-D29A-F9B25878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87A3E-9BC5-E07F-1751-AF756D5BB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9A27C-687F-BDDE-0E6B-638DBA888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0994C-1DEE-E9FC-1A85-654944075BE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1FEC7-0D04-B794-4FA4-CA89BE851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4757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4121-BB95-7D06-7783-142F887A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33397-C894-2718-2A63-DE4058D60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090CA-7F75-2316-DD19-96F6557FE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9336-C231-CA51-3EEE-7D76DD996DB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E19D2-3952-D0A5-6E58-B05A89508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21237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C099-3EEC-B296-9C5A-95121EA40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19B97-E540-729E-3057-92B0A70C2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E9255-B4AA-87DF-A5DD-3687EF201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43B9F-D4E3-2D46-C971-B3CA0DCCE14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C5776-CF2D-BF2C-AE56-DA0EBE4D9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373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021" y="3816635"/>
            <a:ext cx="1464251" cy="8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3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5080" y="3908399"/>
            <a:ext cx="1460185" cy="8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0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sz="4200" b="0" i="0" baseline="0">
                <a:solidFill>
                  <a:srgbClr val="FFFFFF"/>
                </a:solidFill>
                <a:latin typeface="Montserrat Extra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lang="nl-BE" sz="3200" b="0" i="0" kern="1200" baseline="0" dirty="0">
                <a:solidFill>
                  <a:srgbClr val="FFFFFF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282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lang="nl-BE" sz="4200" b="0" i="0" kern="1200" baseline="0" dirty="0">
                <a:solidFill>
                  <a:schemeClr val="tx1"/>
                </a:solidFill>
                <a:latin typeface="Montserrat ExtraBold" pitchFamily="2" charset="77"/>
                <a:ea typeface="+mj-ea"/>
                <a:cs typeface="+mj-cs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26443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9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438" y="741759"/>
            <a:ext cx="3856038" cy="1172312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2160389"/>
            <a:ext cx="2824162" cy="1876621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00">
                <a:solidFill>
                  <a:srgbClr val="FFFFFE"/>
                </a:solidFill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064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1433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9627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9627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1" i="0" kern="1200" smtClean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9627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2062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7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5337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8855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5850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49368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9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95338" y="2178050"/>
            <a:ext cx="3508375" cy="1888052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4851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FFFFF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1400" b="0" i="0" kern="1200" smtClean="0">
                <a:solidFill>
                  <a:srgbClr val="FFFFFE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7367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682" y="731678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586067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812681" y="1591510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74478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440378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 en beeld zwar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614010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812682" y="766594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rgbClr val="00000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812682" y="1619650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4592638" y="1601335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66950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4623" y="259614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54623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454622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0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45282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1499508"/>
            <a:ext cx="8229600" cy="2510850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FFFFFF"/>
                </a:solidFill>
                <a:latin typeface="Montserrat" panose="00000500000000000000" pitchFamily="2" charset="0"/>
              </a:defRPr>
            </a:lvl1pPr>
            <a:lvl2pPr>
              <a:defRPr sz="2400" b="1" i="0">
                <a:solidFill>
                  <a:srgbClr val="FFFFFF"/>
                </a:solidFill>
                <a:latin typeface="Montserrat" panose="00000500000000000000" pitchFamily="2" charset="0"/>
              </a:defRPr>
            </a:lvl2pPr>
            <a:lvl3pPr>
              <a:defRPr sz="2000" b="1" i="0">
                <a:solidFill>
                  <a:srgbClr val="FFFFFF"/>
                </a:solidFill>
                <a:latin typeface="Montserrat" panose="00000500000000000000" pitchFamily="2" charset="0"/>
              </a:defRPr>
            </a:lvl3pPr>
            <a:lvl4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4pPr>
            <a:lvl5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55332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7" userDrawn="1">
          <p15:clr>
            <a:srgbClr val="FBAE40"/>
          </p15:clr>
        </p15:guide>
        <p15:guide id="2" pos="478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973031"/>
            <a:ext cx="7963929" cy="3207083"/>
          </a:xfrm>
        </p:spPr>
        <p:txBody>
          <a:bodyPr>
            <a:normAutofit/>
          </a:bodyPr>
          <a:lstStyle>
            <a:lvl1pPr marL="266700" indent="-266700">
              <a:defRPr sz="2800"/>
            </a:lvl1pPr>
            <a:lvl2pPr marL="541338" indent="-274638">
              <a:defRPr sz="2400"/>
            </a:lvl2pPr>
            <a:lvl3pPr marL="808038" indent="-266700">
              <a:defRPr sz="2000"/>
            </a:lvl3pPr>
            <a:lvl4pPr marL="1076325" indent="-268288">
              <a:defRPr sz="1600"/>
            </a:lvl4pPr>
            <a:lvl5pPr marL="1343025" indent="-266700">
              <a:defRPr sz="14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795338" y="268241"/>
            <a:ext cx="6334442" cy="684954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A2CA899-AC19-4B6A-B13F-AC583E59F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6131" y="4508600"/>
            <a:ext cx="280117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 dirty="0"/>
              <a:t>H04 Ontwikkel een applicatie - 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43161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psomming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508"/>
            <a:ext cx="8229600" cy="25108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57200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67235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2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 marL="266700" indent="-266700">
              <a:defRPr sz="2800">
                <a:solidFill>
                  <a:schemeClr val="tx1"/>
                </a:solidFill>
              </a:defRPr>
            </a:lvl1pPr>
            <a:lvl2pPr marL="447675" indent="-266700">
              <a:defRPr sz="2400">
                <a:solidFill>
                  <a:schemeClr val="tx1"/>
                </a:solidFill>
              </a:defRPr>
            </a:lvl2pPr>
            <a:lvl3pPr marL="715963" indent="-268288">
              <a:defRPr sz="2000">
                <a:solidFill>
                  <a:schemeClr val="tx1"/>
                </a:solidFill>
              </a:defRPr>
            </a:lvl3pPr>
            <a:lvl4pPr marL="982663" indent="-266700">
              <a:defRPr sz="1800">
                <a:solidFill>
                  <a:schemeClr val="tx1"/>
                </a:solidFill>
              </a:defRPr>
            </a:lvl4pPr>
            <a:lvl5pPr marL="1257300" indent="-274638"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44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81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469" y="215811"/>
            <a:ext cx="7891462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2" y="1200151"/>
            <a:ext cx="3709987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95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00151"/>
            <a:ext cx="3784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99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F45A9F-901A-D64D-A315-8B4BF379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215811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263050-C631-2B4F-9EF4-AB772103D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880" y="1200151"/>
            <a:ext cx="388112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6F3D89-0724-4142-8869-8A328BB7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6000" y="1200151"/>
            <a:ext cx="386080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B545E-178D-D741-BE1A-D4D4823CB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78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0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798513" y="1726681"/>
            <a:ext cx="8229600" cy="236619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tabel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420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3"/>
          </p:nvPr>
        </p:nvSpPr>
        <p:spPr>
          <a:xfrm>
            <a:off x="798513" y="1690688"/>
            <a:ext cx="8229600" cy="241141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grafiek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42083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ussendia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3572" y="339699"/>
            <a:ext cx="8007583" cy="1021556"/>
          </a:xfrm>
        </p:spPr>
        <p:txBody>
          <a:bodyPr rIns="0" anchor="t"/>
          <a:lstStyle>
            <a:lvl1pPr algn="l">
              <a:defRPr sz="3000" b="0" cap="none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Titelstijl van model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43572" y="1617465"/>
            <a:ext cx="8007582" cy="1125140"/>
          </a:xfrm>
        </p:spPr>
        <p:txBody>
          <a:bodyPr anchor="t" anchorCtr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BE"/>
              <a:t>Klik om de tekststijl van het model te bewerken</a:t>
            </a:r>
          </a:p>
        </p:txBody>
      </p:sp>
      <p:sp>
        <p:nvSpPr>
          <p:cNvPr id="10" name="Rechthoek 9"/>
          <p:cNvSpPr/>
          <p:nvPr userDrawn="1"/>
        </p:nvSpPr>
        <p:spPr>
          <a:xfrm>
            <a:off x="360000" y="270000"/>
            <a:ext cx="8424000" cy="4603500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6255" y="4550833"/>
            <a:ext cx="11049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5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5338" y="215811"/>
            <a:ext cx="789146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1200151"/>
            <a:ext cx="7891462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09239-DE83-4931-9267-F19CACA7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338" y="472171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/>
              <a:t>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6202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5" r:id="rId4"/>
    <p:sldLayoutId id="2147483661" r:id="rId5"/>
    <p:sldLayoutId id="2147483662" r:id="rId6"/>
    <p:sldLayoutId id="2147483663" r:id="rId7"/>
    <p:sldLayoutId id="2147483664" r:id="rId8"/>
    <p:sldLayoutId id="2147483666" r:id="rId9"/>
    <p:sldLayoutId id="2147483665" r:id="rId10"/>
    <p:sldLayoutId id="2147483668" r:id="rId11"/>
    <p:sldLayoutId id="2147483673" r:id="rId12"/>
    <p:sldLayoutId id="2147483670" r:id="rId13"/>
    <p:sldLayoutId id="2147483660" r:id="rId14"/>
    <p:sldLayoutId id="2147483650" r:id="rId15"/>
    <p:sldLayoutId id="2147483672" r:id="rId16"/>
    <p:sldLayoutId id="2147483674" r:id="rId17"/>
    <p:sldLayoutId id="2147483671" r:id="rId18"/>
    <p:sldLayoutId id="2147483667" r:id="rId19"/>
    <p:sldLayoutId id="2147483652" r:id="rId20"/>
    <p:sldLayoutId id="2147483675" r:id="rId21"/>
    <p:sldLayoutId id="2147483658" r:id="rId22"/>
    <p:sldLayoutId id="2147483677" r:id="rId23"/>
    <p:sldLayoutId id="2147483659" r:id="rId24"/>
    <p:sldLayoutId id="2147483678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1" i="0" kern="1200">
          <a:solidFill>
            <a:schemeClr val="tx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66700" indent="-2667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28650" indent="-268288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895350" indent="-2667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163638" indent="-268288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1436688" indent="-27305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7" userDrawn="1">
          <p15:clr>
            <a:srgbClr val="F26B43"/>
          </p15:clr>
        </p15:guide>
        <p15:guide id="2" pos="4785" userDrawn="1">
          <p15:clr>
            <a:srgbClr val="F26B43"/>
          </p15:clr>
        </p15:guide>
        <p15:guide id="3" pos="975" userDrawn="1">
          <p15:clr>
            <a:srgbClr val="F26B43"/>
          </p15:clr>
        </p15:guide>
        <p15:guide id="4" orient="horz" pos="7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3" r="6358"/>
          <a:stretch/>
        </p:blipFill>
        <p:spPr>
          <a:xfrm>
            <a:off x="7471" y="0"/>
            <a:ext cx="6618881" cy="514350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4101" cy="5143500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dirty="0"/>
              <a:t>OOSD I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685800" y="2571750"/>
            <a:ext cx="7772400" cy="758328"/>
          </a:xfrm>
        </p:spPr>
        <p:txBody>
          <a:bodyPr>
            <a:normAutofit/>
          </a:bodyPr>
          <a:lstStyle/>
          <a:p>
            <a:r>
              <a:rPr lang="nl-BE" dirty="0"/>
              <a:t>Hoofdstuk 5: Oefening </a:t>
            </a:r>
            <a:r>
              <a:rPr lang="nl-BE" dirty="0" err="1"/>
              <a:t>HogerLager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15807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59A4C-1F9E-BCE9-48F0-3575A065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943947"/>
            <a:ext cx="2659729" cy="2053640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2586251" y="174829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4662973" y="-16318"/>
            <a:ext cx="2201738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dirty="0"/>
                <a:t>methode +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6881434" y="-7377"/>
            <a:ext cx="2158365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dirty="0"/>
                <a:t>Stap 3:</a:t>
              </a:r>
            </a:p>
            <a:p>
              <a:r>
                <a:rPr lang="nl-BE" dirty="0"/>
                <a:t>CREATOR + EXPERT</a:t>
              </a:r>
              <a:br>
                <a:rPr lang="nl-BE" dirty="0"/>
              </a:br>
              <a:r>
                <a:rPr lang="nl-BE" dirty="0"/>
                <a:t>nota’s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051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7D25-7922-B3CE-44BE-B47073CD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336EF5-CDED-7377-3E29-A232D60E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2938" y="1155729"/>
            <a:ext cx="4249062" cy="3280803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14FD8513-4067-61DB-37A5-3C824A7F53B3}"/>
              </a:ext>
            </a:extLst>
          </p:cNvPr>
          <p:cNvSpPr/>
          <p:nvPr/>
        </p:nvSpPr>
        <p:spPr>
          <a:xfrm>
            <a:off x="460587" y="1595414"/>
            <a:ext cx="3894666" cy="6871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C0FE5115-68AE-7DD7-0DF5-08C2BD7CA0E2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90D6C87-906A-4B56-914E-A29517CE3F7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29CD68FD-4633-AEAE-6922-B210078EE6BE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F572402F-2EC5-BB20-C7F6-4B4D44A031AB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4355253" y="1939014"/>
            <a:ext cx="81006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3E610AEB-8E9E-282F-CD3D-32906808FEAC}"/>
              </a:ext>
            </a:extLst>
          </p:cNvPr>
          <p:cNvSpPr txBox="1"/>
          <p:nvPr/>
        </p:nvSpPr>
        <p:spPr>
          <a:xfrm>
            <a:off x="5165316" y="1204057"/>
            <a:ext cx="1859864" cy="14699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dirty="0"/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dirty="0"/>
              <a:t>Wel </a:t>
            </a:r>
            <a:r>
              <a:rPr lang="nl-BE" sz="1100" dirty="0" err="1"/>
              <a:t>knowing</a:t>
            </a:r>
            <a:endParaRPr lang="nl-BE" sz="1100" dirty="0"/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Ook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2619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47B3-B18A-12DD-9114-1AD9E8D9E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29EBB380-B444-26EF-4450-E2A09D522ECB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E1D3295-A305-2681-7FB0-47A62064EF39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129280FD-2EC6-78C3-9C76-D3B6C62ED9EB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FD3AF60B-0EB6-B160-2872-B53DF4012549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A2EE0C2-CB36-2D8E-71CE-5E7DDBB1F4A7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6543E0C7-50D0-B2AD-E788-50B14CEB8F95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5DA37646-DDAF-C333-932C-9CF6AF7992A8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AEF5F5C-8155-E99A-492C-040CF1D12AEB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4C2CB496-87EB-F7EA-77B1-E8F9A539EA79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35" name="start: stap 1">
            <a:extLst>
              <a:ext uri="{FF2B5EF4-FFF2-40B4-BE49-F238E27FC236}">
                <a16:creationId xmlns:a16="http://schemas.microsoft.com/office/drawing/2014/main" id="{1FA2D3F4-3B6D-5EB7-D8DD-07BF1B173FDB}"/>
              </a:ext>
            </a:extLst>
          </p:cNvPr>
          <p:cNvSpPr txBox="1"/>
          <p:nvPr/>
        </p:nvSpPr>
        <p:spPr>
          <a:xfrm>
            <a:off x="242233" y="2681529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startHogerLager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" name="start: pijl 1-&gt;2">
            <a:extLst>
              <a:ext uri="{FF2B5EF4-FFF2-40B4-BE49-F238E27FC236}">
                <a16:creationId xmlns:a16="http://schemas.microsoft.com/office/drawing/2014/main" id="{48C1F10C-F61D-4BAD-1BFE-6F0DAE6A570C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723976" y="2966899"/>
            <a:ext cx="205823" cy="101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tart: stap 2">
            <a:extLst>
              <a:ext uri="{FF2B5EF4-FFF2-40B4-BE49-F238E27FC236}">
                <a16:creationId xmlns:a16="http://schemas.microsoft.com/office/drawing/2014/main" id="{8C4C8C83-FDA6-9445-5903-4500AE4B0EF4}"/>
              </a:ext>
            </a:extLst>
          </p:cNvPr>
          <p:cNvSpPr txBox="1"/>
          <p:nvPr/>
        </p:nvSpPr>
        <p:spPr>
          <a:xfrm>
            <a:off x="1929799" y="2752433"/>
            <a:ext cx="1738330" cy="428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startHogerLager</a:t>
            </a:r>
            <a:r>
              <a:rPr lang="nl-BE" dirty="0"/>
              <a:t>(): </a:t>
            </a:r>
            <a:r>
              <a:rPr lang="nl-BE" dirty="0" err="1"/>
              <a:t>void</a:t>
            </a:r>
            <a:endParaRPr lang="nl-BE" dirty="0"/>
          </a:p>
        </p:txBody>
      </p:sp>
      <p:cxnSp>
        <p:nvCxnSpPr>
          <p:cNvPr id="38" name="start: pijl 2-&gt;3">
            <a:extLst>
              <a:ext uri="{FF2B5EF4-FFF2-40B4-BE49-F238E27FC236}">
                <a16:creationId xmlns:a16="http://schemas.microsoft.com/office/drawing/2014/main" id="{B985A48D-182F-4F44-9C80-2882C472D666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 flipV="1">
            <a:off x="3668129" y="2960463"/>
            <a:ext cx="147357" cy="64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art: stap 3">
            <a:extLst>
              <a:ext uri="{FF2B5EF4-FFF2-40B4-BE49-F238E27FC236}">
                <a16:creationId xmlns:a16="http://schemas.microsoft.com/office/drawing/2014/main" id="{15457B5D-9B1F-7988-7B9A-B88D6ABE0381}"/>
              </a:ext>
            </a:extLst>
          </p:cNvPr>
          <p:cNvSpPr txBox="1"/>
          <p:nvPr/>
        </p:nvSpPr>
        <p:spPr>
          <a:xfrm>
            <a:off x="3815486" y="1078691"/>
            <a:ext cx="2230392" cy="37635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sz="1050" dirty="0"/>
              <a:t>CREATOR: </a:t>
            </a:r>
            <a:r>
              <a:rPr lang="en-US" sz="1050" dirty="0" err="1"/>
              <a:t>HogerLager</a:t>
            </a:r>
            <a:endParaRPr lang="en-US" sz="1050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/>
              <a:t>Klasse </a:t>
            </a:r>
            <a:r>
              <a:rPr lang="en-US" sz="1050" dirty="0" err="1"/>
              <a:t>aanwezig</a:t>
            </a:r>
            <a:r>
              <a:rPr lang="en-US" sz="1050" dirty="0"/>
              <a:t>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/>
              <a:t>Klasse </a:t>
            </a:r>
            <a:r>
              <a:rPr lang="en-US" sz="1050" dirty="0" err="1"/>
              <a:t>heeft</a:t>
            </a:r>
            <a:r>
              <a:rPr lang="en-US" sz="1050" dirty="0"/>
              <a:t> constructor met </a:t>
            </a:r>
            <a:r>
              <a:rPr lang="en-US" sz="1050" dirty="0" err="1"/>
              <a:t>nodige</a:t>
            </a:r>
            <a:r>
              <a:rPr lang="en-US" sz="1050" dirty="0"/>
              <a:t> parameters?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/>
              <a:t>Wie </a:t>
            </a:r>
            <a:r>
              <a:rPr lang="en-US" sz="1050" dirty="0" err="1"/>
              <a:t>gaat</a:t>
            </a:r>
            <a:r>
              <a:rPr lang="en-US" sz="1050" dirty="0"/>
              <a:t> constructor </a:t>
            </a:r>
            <a:r>
              <a:rPr lang="en-US" sz="1050" dirty="0" err="1"/>
              <a:t>oproepen</a:t>
            </a:r>
            <a:r>
              <a:rPr lang="en-US" sz="1050" dirty="0"/>
              <a:t> </a:t>
            </a:r>
            <a:r>
              <a:rPr lang="en-US" sz="1050" dirty="0" err="1"/>
              <a:t>en</a:t>
            </a:r>
            <a:r>
              <a:rPr lang="en-US" sz="1050" dirty="0"/>
              <a:t> </a:t>
            </a:r>
            <a:r>
              <a:rPr lang="en-US" sz="1050" dirty="0" err="1"/>
              <a:t>waar</a:t>
            </a:r>
            <a:r>
              <a:rPr lang="en-US" sz="1050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>
                <a:sym typeface="Wingdings" panose="05000000000000000000" pitchFamily="2" charset="2"/>
              </a:rPr>
              <a:t>DC in </a:t>
            </a:r>
            <a:r>
              <a:rPr lang="en-US" sz="1050" dirty="0" err="1">
                <a:sym typeface="Wingdings" panose="05000000000000000000" pitchFamily="2" charset="2"/>
              </a:rPr>
              <a:t>startHogerLager</a:t>
            </a:r>
            <a:endParaRPr lang="en-US" sz="1050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 err="1"/>
              <a:t>Bijhouden</a:t>
            </a:r>
            <a:r>
              <a:rPr lang="en-US" sz="1050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DC want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centraal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domeinobject</a:t>
            </a:r>
            <a:endParaRPr lang="en-US" sz="105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endParaRPr lang="en-US" sz="105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>
              <a:spcAft>
                <a:spcPts val="0"/>
              </a:spcAft>
            </a:pPr>
            <a:r>
              <a:rPr lang="en-US" sz="1050" dirty="0"/>
              <a:t>CREATOR: </a:t>
            </a:r>
            <a:r>
              <a:rPr lang="en-US" sz="1050" dirty="0" err="1"/>
              <a:t>Kaart</a:t>
            </a:r>
            <a:endParaRPr lang="en-US" sz="1050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/>
              <a:t>Klasse </a:t>
            </a:r>
            <a:r>
              <a:rPr lang="en-US" sz="1050" dirty="0" err="1"/>
              <a:t>aanwezig</a:t>
            </a:r>
            <a:r>
              <a:rPr lang="en-US" sz="1050" dirty="0"/>
              <a:t>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/>
              <a:t>Klasse </a:t>
            </a:r>
            <a:r>
              <a:rPr lang="en-US" sz="1050" dirty="0" err="1"/>
              <a:t>heeft</a:t>
            </a:r>
            <a:r>
              <a:rPr lang="en-US" sz="1050" dirty="0"/>
              <a:t> constructor met </a:t>
            </a:r>
            <a:r>
              <a:rPr lang="en-US" sz="1050" dirty="0" err="1"/>
              <a:t>nodige</a:t>
            </a:r>
            <a:r>
              <a:rPr lang="en-US" sz="1050" dirty="0"/>
              <a:t> parameters?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/>
              <a:t>Wie </a:t>
            </a:r>
            <a:r>
              <a:rPr lang="en-US" sz="1050" dirty="0" err="1"/>
              <a:t>gaat</a:t>
            </a:r>
            <a:r>
              <a:rPr lang="en-US" sz="1050" dirty="0"/>
              <a:t> constructor </a:t>
            </a:r>
            <a:r>
              <a:rPr lang="en-US" sz="1050" dirty="0" err="1"/>
              <a:t>oproepen</a:t>
            </a:r>
            <a:r>
              <a:rPr lang="en-US" sz="1050" dirty="0"/>
              <a:t> </a:t>
            </a:r>
            <a:r>
              <a:rPr lang="en-US" sz="1050" dirty="0" err="1"/>
              <a:t>en</a:t>
            </a:r>
            <a:r>
              <a:rPr lang="en-US" sz="1050" dirty="0"/>
              <a:t> </a:t>
            </a:r>
            <a:r>
              <a:rPr lang="en-US" sz="1050" dirty="0" err="1"/>
              <a:t>waar</a:t>
            </a:r>
            <a:r>
              <a:rPr lang="en-US" sz="1050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 err="1">
                <a:sym typeface="Wingdings" panose="05000000000000000000" pitchFamily="2" charset="2"/>
              </a:rPr>
              <a:t>HogerLager</a:t>
            </a:r>
            <a:r>
              <a:rPr lang="en-US" sz="1050" dirty="0">
                <a:sym typeface="Wingdings" panose="05000000000000000000" pitchFamily="2" charset="2"/>
              </a:rPr>
              <a:t> in constructor</a:t>
            </a:r>
            <a:endParaRPr lang="en-US" sz="1050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 err="1"/>
              <a:t>Bijhouden</a:t>
            </a:r>
            <a:r>
              <a:rPr lang="en-US" sz="1050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want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heeft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al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associaties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Associaties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uitwerken</a:t>
            </a:r>
            <a:endParaRPr lang="en-US" dirty="0"/>
          </a:p>
          <a:p>
            <a:pPr marL="55775" lvl="1"/>
            <a:endParaRPr lang="en-US" dirty="0"/>
          </a:p>
        </p:txBody>
      </p:sp>
      <p:pic>
        <p:nvPicPr>
          <p:cNvPr id="5" name="Stap1">
            <a:extLst>
              <a:ext uri="{FF2B5EF4-FFF2-40B4-BE49-F238E27FC236}">
                <a16:creationId xmlns:a16="http://schemas.microsoft.com/office/drawing/2014/main" id="{02187FBC-1D4E-C259-F1D4-A5F720A17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45263" y="206263"/>
            <a:ext cx="2288904" cy="1269554"/>
          </a:xfrm>
          <a:prstGeom prst="rect">
            <a:avLst/>
          </a:prstGeom>
        </p:spPr>
      </p:pic>
      <p:pic>
        <p:nvPicPr>
          <p:cNvPr id="4" name="Stap2">
            <a:extLst>
              <a:ext uri="{FF2B5EF4-FFF2-40B4-BE49-F238E27FC236}">
                <a16:creationId xmlns:a16="http://schemas.microsoft.com/office/drawing/2014/main" id="{A1EF6BB3-5A2F-6420-1A3C-2B6C3FF938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45258" y="196399"/>
            <a:ext cx="2288908" cy="1269556"/>
          </a:xfrm>
          <a:prstGeom prst="rect">
            <a:avLst/>
          </a:prstGeom>
        </p:spPr>
      </p:pic>
      <p:pic>
        <p:nvPicPr>
          <p:cNvPr id="6" name="Stap3">
            <a:extLst>
              <a:ext uri="{FF2B5EF4-FFF2-40B4-BE49-F238E27FC236}">
                <a16:creationId xmlns:a16="http://schemas.microsoft.com/office/drawing/2014/main" id="{B3734A81-6C78-E6AF-B6AE-E5FCF74103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45259" y="204070"/>
            <a:ext cx="2288912" cy="3271201"/>
          </a:xfrm>
          <a:prstGeom prst="rect">
            <a:avLst/>
          </a:prstGeom>
        </p:spPr>
      </p:pic>
      <p:pic>
        <p:nvPicPr>
          <p:cNvPr id="7" name="Stap4">
            <a:extLst>
              <a:ext uri="{FF2B5EF4-FFF2-40B4-BE49-F238E27FC236}">
                <a16:creationId xmlns:a16="http://schemas.microsoft.com/office/drawing/2014/main" id="{A216EE64-AADF-1341-C50B-1255D3976A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49093" y="204069"/>
            <a:ext cx="2288908" cy="3271193"/>
          </a:xfrm>
          <a:prstGeom prst="rect">
            <a:avLst/>
          </a:prstGeom>
        </p:spPr>
      </p:pic>
      <p:pic>
        <p:nvPicPr>
          <p:cNvPr id="8" name="Stap5">
            <a:extLst>
              <a:ext uri="{FF2B5EF4-FFF2-40B4-BE49-F238E27FC236}">
                <a16:creationId xmlns:a16="http://schemas.microsoft.com/office/drawing/2014/main" id="{6B442ADC-D43D-F158-5A52-E38391898DB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45263" y="204070"/>
            <a:ext cx="2288908" cy="3271192"/>
          </a:xfrm>
          <a:prstGeom prst="rect">
            <a:avLst/>
          </a:prstGeom>
        </p:spPr>
      </p:pic>
      <p:pic>
        <p:nvPicPr>
          <p:cNvPr id="23" name="Stap6">
            <a:extLst>
              <a:ext uri="{FF2B5EF4-FFF2-40B4-BE49-F238E27FC236}">
                <a16:creationId xmlns:a16="http://schemas.microsoft.com/office/drawing/2014/main" id="{7F86AEFA-ABFF-3152-1BFB-AD9E9B917F4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45258" y="204069"/>
            <a:ext cx="2288912" cy="4735362"/>
          </a:xfrm>
          <a:prstGeom prst="rect">
            <a:avLst/>
          </a:prstGeom>
        </p:spPr>
      </p:pic>
      <p:pic>
        <p:nvPicPr>
          <p:cNvPr id="25" name="Stap7">
            <a:extLst>
              <a:ext uri="{FF2B5EF4-FFF2-40B4-BE49-F238E27FC236}">
                <a16:creationId xmlns:a16="http://schemas.microsoft.com/office/drawing/2014/main" id="{BABC60F6-309E-E2F5-B579-0CE24DDCA23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52919" y="196400"/>
            <a:ext cx="2288912" cy="4735360"/>
          </a:xfrm>
          <a:prstGeom prst="rect">
            <a:avLst/>
          </a:prstGeom>
        </p:spPr>
      </p:pic>
      <p:pic>
        <p:nvPicPr>
          <p:cNvPr id="28" name="Stap8">
            <a:extLst>
              <a:ext uri="{FF2B5EF4-FFF2-40B4-BE49-F238E27FC236}">
                <a16:creationId xmlns:a16="http://schemas.microsoft.com/office/drawing/2014/main" id="{A65983D3-D404-7B3C-FFA3-255F1E763A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52919" y="211740"/>
            <a:ext cx="2530892" cy="47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9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3472A-B5C0-676C-6473-5E5485BB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6891A-6F21-D8BC-F82F-D0263F690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2938" y="1155729"/>
            <a:ext cx="4249062" cy="3280803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7BD160E9-7F24-E34D-2772-B4DD6C18F5CF}"/>
              </a:ext>
            </a:extLst>
          </p:cNvPr>
          <p:cNvSpPr/>
          <p:nvPr/>
        </p:nvSpPr>
        <p:spPr>
          <a:xfrm>
            <a:off x="460587" y="1595414"/>
            <a:ext cx="3894666" cy="6871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111B1F9D-937E-BADC-124A-FF76991BE84E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59EDFB5-3304-271A-E62C-E40E371CB85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3368EBAD-8E23-9E6A-865F-F16040F77F4E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49CBB823-6B87-9635-FB7A-97F188B4E359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4355253" y="1939014"/>
            <a:ext cx="81006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90575E89-698B-1CC6-9827-6CE612420292}"/>
              </a:ext>
            </a:extLst>
          </p:cNvPr>
          <p:cNvSpPr txBox="1"/>
          <p:nvPr/>
        </p:nvSpPr>
        <p:spPr>
          <a:xfrm>
            <a:off x="5165316" y="1204057"/>
            <a:ext cx="1859864" cy="14699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dirty="0"/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dirty="0"/>
              <a:t>Wel </a:t>
            </a:r>
            <a:r>
              <a:rPr lang="nl-BE" sz="1100" dirty="0" err="1"/>
              <a:t>knowing</a:t>
            </a:r>
            <a:endParaRPr lang="nl-BE" sz="1100" dirty="0"/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Ook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36F0CE00-4E5D-1867-A8D2-43069DAD5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447" y="2252022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C86E-DD25-7DE2-764A-899FE987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F23B26B2-DCF2-A247-4282-93C87DF845C4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3A8E0EB-CC71-2386-6D5D-8FF070F28E52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2BF1A00-DD6C-F010-1B1D-F781B120CB3A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F162BDA6-9FE4-2B52-9EBB-CB89B05520A9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32A242-87D0-08FD-BECC-DCC66471E995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F5F16D51-DCA5-FDA5-14C4-79A053B66C37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BA9F8495-02CF-3D9F-C931-47E2F594F6FE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E9E8B19-18CD-0EC8-A1DA-556749AAF6E2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8D8C5AA3-96BF-430F-3E27-5FF3B7563F67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35" name="start: stap 1">
            <a:extLst>
              <a:ext uri="{FF2B5EF4-FFF2-40B4-BE49-F238E27FC236}">
                <a16:creationId xmlns:a16="http://schemas.microsoft.com/office/drawing/2014/main" id="{9E2C5647-5900-DEC3-6C1F-2B13D6D721F4}"/>
              </a:ext>
            </a:extLst>
          </p:cNvPr>
          <p:cNvSpPr txBox="1"/>
          <p:nvPr/>
        </p:nvSpPr>
        <p:spPr>
          <a:xfrm>
            <a:off x="242233" y="2681529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geefHuidigeKaart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" name="start: pijl 1-&gt;2">
            <a:extLst>
              <a:ext uri="{FF2B5EF4-FFF2-40B4-BE49-F238E27FC236}">
                <a16:creationId xmlns:a16="http://schemas.microsoft.com/office/drawing/2014/main" id="{7643F673-794B-ED31-4DFF-C7235F3C6CFC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723976" y="2966899"/>
            <a:ext cx="205823" cy="101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tart: stap 2">
            <a:extLst>
              <a:ext uri="{FF2B5EF4-FFF2-40B4-BE49-F238E27FC236}">
                <a16:creationId xmlns:a16="http://schemas.microsoft.com/office/drawing/2014/main" id="{195F6F49-18E1-9EF8-16D8-6F3231FFBBC8}"/>
              </a:ext>
            </a:extLst>
          </p:cNvPr>
          <p:cNvSpPr txBox="1"/>
          <p:nvPr/>
        </p:nvSpPr>
        <p:spPr>
          <a:xfrm>
            <a:off x="1929799" y="2752433"/>
            <a:ext cx="1738330" cy="428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geefHuidigeKaart</a:t>
            </a:r>
            <a:r>
              <a:rPr lang="nl-BE" dirty="0"/>
              <a:t>(): </a:t>
            </a:r>
            <a:r>
              <a:rPr lang="nl-BE" dirty="0" err="1"/>
              <a:t>KaartDTO</a:t>
            </a:r>
            <a:endParaRPr lang="nl-BE" dirty="0"/>
          </a:p>
        </p:txBody>
      </p:sp>
      <p:cxnSp>
        <p:nvCxnSpPr>
          <p:cNvPr id="38" name="start: pijl 2-&gt;3">
            <a:extLst>
              <a:ext uri="{FF2B5EF4-FFF2-40B4-BE49-F238E27FC236}">
                <a16:creationId xmlns:a16="http://schemas.microsoft.com/office/drawing/2014/main" id="{67DF8780-5182-A75C-8510-B8572B7A94C5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 flipV="1">
            <a:off x="3668129" y="2960463"/>
            <a:ext cx="160152" cy="64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art: stap 3">
            <a:extLst>
              <a:ext uri="{FF2B5EF4-FFF2-40B4-BE49-F238E27FC236}">
                <a16:creationId xmlns:a16="http://schemas.microsoft.com/office/drawing/2014/main" id="{DF9ACC49-0BC1-8DBB-D1A5-71A11D6B44F2}"/>
              </a:ext>
            </a:extLst>
          </p:cNvPr>
          <p:cNvSpPr txBox="1"/>
          <p:nvPr/>
        </p:nvSpPr>
        <p:spPr>
          <a:xfrm>
            <a:off x="3828281" y="1760949"/>
            <a:ext cx="2230392" cy="23990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expert de van de </a:t>
            </a:r>
            <a:r>
              <a:rPr lang="en-US" dirty="0" err="1"/>
              <a:t>huidige</a:t>
            </a:r>
            <a:r>
              <a:rPr lang="en-US" dirty="0"/>
              <a:t> </a:t>
            </a:r>
            <a:r>
              <a:rPr lang="en-US" dirty="0" err="1"/>
              <a:t>kaart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Heeft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methode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om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deze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kaart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op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vragen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55775" lvl="1"/>
            <a:endParaRPr lang="en-US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Kaart</a:t>
            </a:r>
            <a:r>
              <a:rPr lang="en-US" dirty="0"/>
              <a:t> </a:t>
            </a:r>
            <a:r>
              <a:rPr lang="en-US" dirty="0" err="1"/>
              <a:t>omzetten</a:t>
            </a:r>
            <a:r>
              <a:rPr lang="en-US" dirty="0"/>
              <a:t> in DTO</a:t>
            </a:r>
          </a:p>
          <a:p>
            <a:pPr marL="230400" lvl="1" indent="-174625">
              <a:spcAft>
                <a:spcPts val="0"/>
              </a:spcAft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kan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DC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waarde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kleur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opvragen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?</a:t>
            </a:r>
            <a:endParaRPr lang="en-US" sz="1100" dirty="0">
              <a:solidFill>
                <a:srgbClr val="000000"/>
              </a:solidFill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getters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voor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waarde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kleur</a:t>
            </a:r>
            <a:endParaRPr lang="en-US" sz="1100" dirty="0"/>
          </a:p>
          <a:p>
            <a:pPr marL="55775" lvl="1"/>
            <a:endParaRPr lang="en-US" dirty="0"/>
          </a:p>
        </p:txBody>
      </p:sp>
      <p:pic>
        <p:nvPicPr>
          <p:cNvPr id="28" name="Stap8">
            <a:extLst>
              <a:ext uri="{FF2B5EF4-FFF2-40B4-BE49-F238E27FC236}">
                <a16:creationId xmlns:a16="http://schemas.microsoft.com/office/drawing/2014/main" id="{F06A2142-773F-71B8-A56C-CE80FEE15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2919" y="211740"/>
            <a:ext cx="2530892" cy="4720020"/>
          </a:xfrm>
          <a:prstGeom prst="rect">
            <a:avLst/>
          </a:prstGeom>
        </p:spPr>
      </p:pic>
      <p:pic>
        <p:nvPicPr>
          <p:cNvPr id="2" name="Stap9">
            <a:extLst>
              <a:ext uri="{FF2B5EF4-FFF2-40B4-BE49-F238E27FC236}">
                <a16:creationId xmlns:a16="http://schemas.microsoft.com/office/drawing/2014/main" id="{177C13E1-337D-FB19-A2AC-ADDF7F20FE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2919" y="211740"/>
            <a:ext cx="2530891" cy="4720020"/>
          </a:xfrm>
          <a:prstGeom prst="rect">
            <a:avLst/>
          </a:prstGeom>
        </p:spPr>
      </p:pic>
      <p:pic>
        <p:nvPicPr>
          <p:cNvPr id="3" name="Stap10">
            <a:extLst>
              <a:ext uri="{FF2B5EF4-FFF2-40B4-BE49-F238E27FC236}">
                <a16:creationId xmlns:a16="http://schemas.microsoft.com/office/drawing/2014/main" id="{CAA4DB8C-D24B-58F2-5EE2-3FFADB3EEC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52920" y="211740"/>
            <a:ext cx="2530891" cy="4720019"/>
          </a:xfrm>
          <a:prstGeom prst="rect">
            <a:avLst/>
          </a:prstGeom>
        </p:spPr>
      </p:pic>
      <p:pic>
        <p:nvPicPr>
          <p:cNvPr id="9" name="Stap11">
            <a:extLst>
              <a:ext uri="{FF2B5EF4-FFF2-40B4-BE49-F238E27FC236}">
                <a16:creationId xmlns:a16="http://schemas.microsoft.com/office/drawing/2014/main" id="{D0E7171E-D822-458E-D315-3F79FE8B7B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52920" y="211741"/>
            <a:ext cx="2530890" cy="472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6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073B-A6F4-434A-4F08-75CD6B0B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130D8B-FC4C-337C-468B-43A11361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2938" y="1155729"/>
            <a:ext cx="4249062" cy="3280803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A2E0E489-3CAC-3924-85C8-4BF6EEDCA2B5}"/>
              </a:ext>
            </a:extLst>
          </p:cNvPr>
          <p:cNvSpPr/>
          <p:nvPr/>
        </p:nvSpPr>
        <p:spPr>
          <a:xfrm>
            <a:off x="500136" y="2571749"/>
            <a:ext cx="3839516" cy="160301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D894CE94-DBA9-7546-A1AD-1CF1B716B3E1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8592EB2-F190-5FC1-1708-5A0922E42F1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96DBEAC2-AAEC-EDBE-96E4-88610239A228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8E8805C3-8D0B-252C-1976-9C46636280D2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 flipV="1">
            <a:off x="4339652" y="2708840"/>
            <a:ext cx="831208" cy="6644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26DF10E1-C31A-C499-95B6-1C276E601BA5}"/>
              </a:ext>
            </a:extLst>
          </p:cNvPr>
          <p:cNvSpPr txBox="1"/>
          <p:nvPr/>
        </p:nvSpPr>
        <p:spPr>
          <a:xfrm>
            <a:off x="5170860" y="1894298"/>
            <a:ext cx="1859864" cy="16290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dirty="0"/>
              <a:t>Verschillende antwoorden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dirty="0"/>
              <a:t>Wel </a:t>
            </a:r>
            <a:r>
              <a:rPr lang="nl-BE" sz="1100" dirty="0" err="1"/>
              <a:t>knowing</a:t>
            </a:r>
            <a:endParaRPr lang="nl-BE" sz="1100" dirty="0"/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Ook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4" name="kader SO 1">
            <a:extLst>
              <a:ext uri="{FF2B5EF4-FFF2-40B4-BE49-F238E27FC236}">
                <a16:creationId xmlns:a16="http://schemas.microsoft.com/office/drawing/2014/main" id="{FFE550C7-0C71-60CE-E558-90475944D668}"/>
              </a:ext>
            </a:extLst>
          </p:cNvPr>
          <p:cNvSpPr/>
          <p:nvPr/>
        </p:nvSpPr>
        <p:spPr>
          <a:xfrm>
            <a:off x="460587" y="1595414"/>
            <a:ext cx="3894666" cy="68719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7572642A-20CD-BD74-3623-6B8200375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4914" y="1752074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EBCF2-B50B-3F50-1F78-6B455E7E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3C01991D-3F18-6313-B920-05731A42204B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797E525-3116-ED02-3D0F-4262DE3CD3D0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703B4437-2B49-329B-65EC-FADF74729976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987EC6B5-4C3C-3134-7CCC-3ED4682AB147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300F22A-EA2D-6298-4B1E-F47339829181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4D8BA2B3-6513-67B4-B094-6080E0A82AE1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B18E5EDE-6E5B-4FF9-B739-EBB0F5E70BAB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03E47BA-77AC-03F1-2354-7570F275E376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63FC38BF-C496-F9A7-383F-76AE4B536E95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35" name="start: stap 1">
            <a:extLst>
              <a:ext uri="{FF2B5EF4-FFF2-40B4-BE49-F238E27FC236}">
                <a16:creationId xmlns:a16="http://schemas.microsoft.com/office/drawing/2014/main" id="{81D346FD-93C3-02F9-18D1-2CD5672C2A5C}"/>
              </a:ext>
            </a:extLst>
          </p:cNvPr>
          <p:cNvSpPr txBox="1"/>
          <p:nvPr/>
        </p:nvSpPr>
        <p:spPr>
          <a:xfrm>
            <a:off x="242233" y="2644054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raadHogerLager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" name="start: pijl 1-&gt;2">
            <a:extLst>
              <a:ext uri="{FF2B5EF4-FFF2-40B4-BE49-F238E27FC236}">
                <a16:creationId xmlns:a16="http://schemas.microsoft.com/office/drawing/2014/main" id="{3CFB428C-EDE7-85A1-5F4E-D2BADAA0FC7D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1723976" y="2939602"/>
            <a:ext cx="192948" cy="24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tart: stap 2">
            <a:extLst>
              <a:ext uri="{FF2B5EF4-FFF2-40B4-BE49-F238E27FC236}">
                <a16:creationId xmlns:a16="http://schemas.microsoft.com/office/drawing/2014/main" id="{B25E6DCA-2D6C-F74B-0056-B0B1AABAE0B2}"/>
              </a:ext>
            </a:extLst>
          </p:cNvPr>
          <p:cNvSpPr txBox="1"/>
          <p:nvPr/>
        </p:nvSpPr>
        <p:spPr>
          <a:xfrm>
            <a:off x="1916924" y="2648960"/>
            <a:ext cx="1738330" cy="586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raadHogerLager</a:t>
            </a:r>
            <a:r>
              <a:rPr lang="nl-BE" dirty="0"/>
              <a:t> (</a:t>
            </a:r>
            <a:r>
              <a:rPr lang="nl-BE" dirty="0" err="1"/>
              <a:t>hogerLager:boolean</a:t>
            </a:r>
            <a:r>
              <a:rPr lang="nl-BE" dirty="0"/>
              <a:t>): </a:t>
            </a:r>
            <a:r>
              <a:rPr lang="nl-BE" dirty="0" err="1"/>
              <a:t>void</a:t>
            </a:r>
            <a:endParaRPr lang="nl-BE" dirty="0"/>
          </a:p>
        </p:txBody>
      </p:sp>
      <p:cxnSp>
        <p:nvCxnSpPr>
          <p:cNvPr id="38" name="start: pijl 2-&gt;3">
            <a:extLst>
              <a:ext uri="{FF2B5EF4-FFF2-40B4-BE49-F238E27FC236}">
                <a16:creationId xmlns:a16="http://schemas.microsoft.com/office/drawing/2014/main" id="{1B87B5D6-B1BB-F606-E18C-FA5435F44D81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 flipV="1">
            <a:off x="3655254" y="2933713"/>
            <a:ext cx="173027" cy="83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art: stap 3">
            <a:extLst>
              <a:ext uri="{FF2B5EF4-FFF2-40B4-BE49-F238E27FC236}">
                <a16:creationId xmlns:a16="http://schemas.microsoft.com/office/drawing/2014/main" id="{E80B575E-A503-4E8F-ACDF-6E186A680F45}"/>
              </a:ext>
            </a:extLst>
          </p:cNvPr>
          <p:cNvSpPr txBox="1"/>
          <p:nvPr/>
        </p:nvSpPr>
        <p:spPr>
          <a:xfrm>
            <a:off x="3828281" y="935666"/>
            <a:ext cx="2230392" cy="39960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expert over de </a:t>
            </a:r>
            <a:r>
              <a:rPr lang="en-US" dirty="0" err="1"/>
              <a:t>kaarten</a:t>
            </a:r>
            <a:r>
              <a:rPr lang="en-US" dirty="0"/>
              <a:t> om de </a:t>
            </a:r>
            <a:r>
              <a:rPr lang="en-US" dirty="0" err="1"/>
              <a:t>volgende</a:t>
            </a:r>
            <a:r>
              <a:rPr lang="en-US" dirty="0"/>
              <a:t> </a:t>
            </a:r>
            <a:r>
              <a:rPr lang="en-US" dirty="0" err="1"/>
              <a:t>kaart</a:t>
            </a:r>
            <a:r>
              <a:rPr lang="en-US" dirty="0"/>
              <a:t> van de </a:t>
            </a:r>
            <a:r>
              <a:rPr lang="en-US" dirty="0" err="1"/>
              <a:t>trekstapel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halen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Heeft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methode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om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deze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actie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doen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55775" lvl="1"/>
            <a:endParaRPr lang="en-US" sz="1100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bepalen</a:t>
            </a:r>
            <a:r>
              <a:rPr lang="en-US" dirty="0"/>
              <a:t> of de score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aangepast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Heeft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methode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om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deze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actie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doen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Ja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raadHogerLager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Moet er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anders</a:t>
            </a:r>
            <a:r>
              <a:rPr lang="en-US" dirty="0"/>
              <a:t> </a:t>
            </a:r>
            <a:r>
              <a:rPr lang="en-US" dirty="0" err="1"/>
              <a:t>bijgehouden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latere</a:t>
            </a:r>
            <a:r>
              <a:rPr lang="en-US" dirty="0"/>
              <a:t> </a:t>
            </a:r>
            <a:r>
              <a:rPr lang="en-US" dirty="0" err="1"/>
              <a:t>stappen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Ja of de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speler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correct heft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geraden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Attribuut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voor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in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endParaRPr lang="en-US" sz="1100" dirty="0"/>
          </a:p>
          <a:p>
            <a:pPr marL="55775" lvl="1"/>
            <a:endParaRPr lang="en-US" dirty="0"/>
          </a:p>
        </p:txBody>
      </p:sp>
      <p:pic>
        <p:nvPicPr>
          <p:cNvPr id="9" name="Stap11">
            <a:extLst>
              <a:ext uri="{FF2B5EF4-FFF2-40B4-BE49-F238E27FC236}">
                <a16:creationId xmlns:a16="http://schemas.microsoft.com/office/drawing/2014/main" id="{E69C5417-6148-28BD-5E6E-713168A2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2920" y="211741"/>
            <a:ext cx="2530890" cy="4720019"/>
          </a:xfrm>
          <a:prstGeom prst="rect">
            <a:avLst/>
          </a:prstGeom>
        </p:spPr>
      </p:pic>
      <p:pic>
        <p:nvPicPr>
          <p:cNvPr id="4" name="Stap12">
            <a:extLst>
              <a:ext uri="{FF2B5EF4-FFF2-40B4-BE49-F238E27FC236}">
                <a16:creationId xmlns:a16="http://schemas.microsoft.com/office/drawing/2014/main" id="{DA096FA9-7EEF-27E3-9BE2-AA3C1DF0AA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2920" y="211742"/>
            <a:ext cx="2530890" cy="4720017"/>
          </a:xfrm>
          <a:prstGeom prst="rect">
            <a:avLst/>
          </a:prstGeom>
        </p:spPr>
      </p:pic>
      <p:pic>
        <p:nvPicPr>
          <p:cNvPr id="10" name="Stap13">
            <a:extLst>
              <a:ext uri="{FF2B5EF4-FFF2-40B4-BE49-F238E27FC236}">
                <a16:creationId xmlns:a16="http://schemas.microsoft.com/office/drawing/2014/main" id="{9FFD031E-05A6-BC03-C988-8646C8CBCC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52920" y="211743"/>
            <a:ext cx="2530889" cy="4720017"/>
          </a:xfrm>
          <a:prstGeom prst="rect">
            <a:avLst/>
          </a:prstGeom>
        </p:spPr>
      </p:pic>
      <p:pic>
        <p:nvPicPr>
          <p:cNvPr id="20" name="Stap14">
            <a:extLst>
              <a:ext uri="{FF2B5EF4-FFF2-40B4-BE49-F238E27FC236}">
                <a16:creationId xmlns:a16="http://schemas.microsoft.com/office/drawing/2014/main" id="{BA85AD89-3F9A-2B12-0ACF-EB6FDBDD2C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52919" y="211744"/>
            <a:ext cx="2530889" cy="472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0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8FCB0-2434-9BAD-7206-ED3B38C4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A26518-89AB-BC49-BC34-934E29ED9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2938" y="1155729"/>
            <a:ext cx="4249062" cy="3280803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9C1B6B7E-09EF-27F2-A4FE-3478266EACAE}"/>
              </a:ext>
            </a:extLst>
          </p:cNvPr>
          <p:cNvSpPr/>
          <p:nvPr/>
        </p:nvSpPr>
        <p:spPr>
          <a:xfrm>
            <a:off x="500136" y="2571749"/>
            <a:ext cx="3839516" cy="160301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8E322C3F-E8E2-0C72-BEDC-FAF1BEEA3014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7D2A04A-44D8-8C27-138A-030CFB2F7DE8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24C56DD1-4DBD-C4C2-70AF-84E464A37A4E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ACFDC37D-A595-0CF8-02E8-293E710F9945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 flipV="1">
            <a:off x="4339652" y="2822996"/>
            <a:ext cx="825664" cy="5502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223B4991-12AD-A76D-249B-A4E14C7477F6}"/>
              </a:ext>
            </a:extLst>
          </p:cNvPr>
          <p:cNvSpPr txBox="1"/>
          <p:nvPr/>
        </p:nvSpPr>
        <p:spPr>
          <a:xfrm>
            <a:off x="5165316" y="2004706"/>
            <a:ext cx="1859864" cy="16365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dirty="0"/>
              <a:t>Verschillende antwoorden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dirty="0"/>
              <a:t>Wel </a:t>
            </a:r>
            <a:r>
              <a:rPr lang="nl-BE" sz="1100" dirty="0" err="1"/>
              <a:t>knowing</a:t>
            </a:r>
            <a:endParaRPr lang="nl-BE" sz="1100" dirty="0"/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Ook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4" name="kader SO 1">
            <a:extLst>
              <a:ext uri="{FF2B5EF4-FFF2-40B4-BE49-F238E27FC236}">
                <a16:creationId xmlns:a16="http://schemas.microsoft.com/office/drawing/2014/main" id="{CF1CBA0B-075C-775A-B782-8E4E924EBE0D}"/>
              </a:ext>
            </a:extLst>
          </p:cNvPr>
          <p:cNvSpPr/>
          <p:nvPr/>
        </p:nvSpPr>
        <p:spPr>
          <a:xfrm>
            <a:off x="460587" y="1595414"/>
            <a:ext cx="3894666" cy="68719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0DF038B8-6D03-C18C-1C75-C1242ACBE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4914" y="1752074"/>
            <a:ext cx="319728" cy="319728"/>
          </a:xfrm>
          <a:prstGeom prst="rect">
            <a:avLst/>
          </a:prstGeom>
        </p:spPr>
      </p:pic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00382B3A-87E7-2EE4-5271-22820C12F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447" y="3212535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60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E771-7E40-4F9F-DD74-4CF06DA2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887EF5B9-0924-1884-E29B-76F800AA23E5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0C081BC-DA29-BE79-1AE5-940C6B4BFC07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FEEEC471-5AB9-0EEC-0418-956FFAE0B99F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D6965303-899F-FF61-185E-A3445AC92232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065F89E-6A94-3DF3-F90C-A64FE82F7AA6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D927E38D-0E8C-B0CA-F598-60ECF7DE31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6759AA32-21BD-3075-B8F7-32A7D94E8AD4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ADC4BC9-3B46-3563-F095-0F7CC1B4C110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8CE3B094-A878-62C0-1CC0-0542CAD10417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35" name="start: stap 1">
            <a:extLst>
              <a:ext uri="{FF2B5EF4-FFF2-40B4-BE49-F238E27FC236}">
                <a16:creationId xmlns:a16="http://schemas.microsoft.com/office/drawing/2014/main" id="{2D7253E3-A38A-4F4B-3C5A-6CFB85AF1880}"/>
              </a:ext>
            </a:extLst>
          </p:cNvPr>
          <p:cNvSpPr txBox="1"/>
          <p:nvPr/>
        </p:nvSpPr>
        <p:spPr>
          <a:xfrm>
            <a:off x="229745" y="1023884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correctGeraden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" name="start: pijl 1-&gt;2">
            <a:extLst>
              <a:ext uri="{FF2B5EF4-FFF2-40B4-BE49-F238E27FC236}">
                <a16:creationId xmlns:a16="http://schemas.microsoft.com/office/drawing/2014/main" id="{7D7D6951-F2A8-5BDE-B1C4-795E578E5886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1711488" y="1319432"/>
            <a:ext cx="205436" cy="24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tart: stap 2">
            <a:extLst>
              <a:ext uri="{FF2B5EF4-FFF2-40B4-BE49-F238E27FC236}">
                <a16:creationId xmlns:a16="http://schemas.microsoft.com/office/drawing/2014/main" id="{4E2A0A71-119A-53BE-A999-499D4569EC98}"/>
              </a:ext>
            </a:extLst>
          </p:cNvPr>
          <p:cNvSpPr txBox="1"/>
          <p:nvPr/>
        </p:nvSpPr>
        <p:spPr>
          <a:xfrm>
            <a:off x="1916924" y="1028790"/>
            <a:ext cx="1738330" cy="586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isCorrectGeraden</a:t>
            </a:r>
            <a:r>
              <a:rPr lang="nl-BE" dirty="0"/>
              <a:t>(): boolean</a:t>
            </a:r>
          </a:p>
        </p:txBody>
      </p:sp>
      <p:cxnSp>
        <p:nvCxnSpPr>
          <p:cNvPr id="38" name="start: pijl 2-&gt;3">
            <a:extLst>
              <a:ext uri="{FF2B5EF4-FFF2-40B4-BE49-F238E27FC236}">
                <a16:creationId xmlns:a16="http://schemas.microsoft.com/office/drawing/2014/main" id="{AEC710E4-496D-BBD0-3DD1-7CA0E2F22823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655254" y="1321885"/>
            <a:ext cx="173027" cy="3414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art: stap 3">
            <a:extLst>
              <a:ext uri="{FF2B5EF4-FFF2-40B4-BE49-F238E27FC236}">
                <a16:creationId xmlns:a16="http://schemas.microsoft.com/office/drawing/2014/main" id="{BF394FB3-2065-42D9-3944-94B859FE2A85}"/>
              </a:ext>
            </a:extLst>
          </p:cNvPr>
          <p:cNvSpPr txBox="1"/>
          <p:nvPr/>
        </p:nvSpPr>
        <p:spPr>
          <a:xfrm>
            <a:off x="3828281" y="935666"/>
            <a:ext cx="2230392" cy="14552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</a:t>
            </a:r>
            <a:r>
              <a:rPr lang="en-US" dirty="0" err="1"/>
              <a:t>weet</a:t>
            </a:r>
            <a:r>
              <a:rPr lang="en-US" dirty="0"/>
              <a:t> of er correct was </a:t>
            </a:r>
            <a:r>
              <a:rPr lang="en-US" dirty="0" err="1"/>
              <a:t>geraden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(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attr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correctGeraden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)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Kan DC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deze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waarde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opvragen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getter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endParaRPr lang="en-US" sz="1100" dirty="0"/>
          </a:p>
          <a:p>
            <a:pPr marL="55775" lvl="1"/>
            <a:endParaRPr lang="en-US" dirty="0"/>
          </a:p>
        </p:txBody>
      </p:sp>
      <p:sp>
        <p:nvSpPr>
          <p:cNvPr id="6" name="start: stap 1">
            <a:extLst>
              <a:ext uri="{FF2B5EF4-FFF2-40B4-BE49-F238E27FC236}">
                <a16:creationId xmlns:a16="http://schemas.microsoft.com/office/drawing/2014/main" id="{76933534-AB62-666C-B90E-CD46E34C9BDF}"/>
              </a:ext>
            </a:extLst>
          </p:cNvPr>
          <p:cNvSpPr txBox="1"/>
          <p:nvPr/>
        </p:nvSpPr>
        <p:spPr>
          <a:xfrm>
            <a:off x="242233" y="3186490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start: pijl 1-&gt;2">
            <a:extLst>
              <a:ext uri="{FF2B5EF4-FFF2-40B4-BE49-F238E27FC236}">
                <a16:creationId xmlns:a16="http://schemas.microsoft.com/office/drawing/2014/main" id="{AB3278E3-DEB7-92CA-117F-40AC7B26B632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1723976" y="3482038"/>
            <a:ext cx="19294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tart: stap 2">
            <a:extLst>
              <a:ext uri="{FF2B5EF4-FFF2-40B4-BE49-F238E27FC236}">
                <a16:creationId xmlns:a16="http://schemas.microsoft.com/office/drawing/2014/main" id="{BCCFC223-5289-2959-C7C9-560B8CC3BF37}"/>
              </a:ext>
            </a:extLst>
          </p:cNvPr>
          <p:cNvSpPr txBox="1"/>
          <p:nvPr/>
        </p:nvSpPr>
        <p:spPr>
          <a:xfrm>
            <a:off x="1916924" y="3188943"/>
            <a:ext cx="1738330" cy="586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geefScore</a:t>
            </a:r>
            <a:r>
              <a:rPr lang="nl-BE" dirty="0"/>
              <a:t>(): int</a:t>
            </a:r>
          </a:p>
        </p:txBody>
      </p:sp>
      <p:cxnSp>
        <p:nvCxnSpPr>
          <p:cNvPr id="21" name="start: pijl 2-&gt;3">
            <a:extLst>
              <a:ext uri="{FF2B5EF4-FFF2-40B4-BE49-F238E27FC236}">
                <a16:creationId xmlns:a16="http://schemas.microsoft.com/office/drawing/2014/main" id="{03FF75B5-9D66-9C8B-2A96-C26C73A28EA4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>
          <a:xfrm flipV="1">
            <a:off x="3655254" y="3055525"/>
            <a:ext cx="173027" cy="4265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tart: stap 3">
            <a:extLst>
              <a:ext uri="{FF2B5EF4-FFF2-40B4-BE49-F238E27FC236}">
                <a16:creationId xmlns:a16="http://schemas.microsoft.com/office/drawing/2014/main" id="{D7BCCD54-B8DB-D911-7DA1-072CB033702C}"/>
              </a:ext>
            </a:extLst>
          </p:cNvPr>
          <p:cNvSpPr txBox="1"/>
          <p:nvPr/>
        </p:nvSpPr>
        <p:spPr>
          <a:xfrm>
            <a:off x="3828281" y="2496245"/>
            <a:ext cx="2230392" cy="11185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</a:t>
            </a:r>
            <a:r>
              <a:rPr lang="en-US" dirty="0" err="1"/>
              <a:t>weet</a:t>
            </a:r>
            <a:r>
              <a:rPr lang="en-US" dirty="0"/>
              <a:t> de score?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(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attr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score)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Kan DC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deze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waarde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opvragen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getter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endParaRPr lang="en-US" sz="1100" dirty="0"/>
          </a:p>
          <a:p>
            <a:pPr marL="55775" lvl="1"/>
            <a:endParaRPr lang="en-US" dirty="0"/>
          </a:p>
        </p:txBody>
      </p:sp>
      <p:sp>
        <p:nvSpPr>
          <p:cNvPr id="26" name="start: stap 1">
            <a:extLst>
              <a:ext uri="{FF2B5EF4-FFF2-40B4-BE49-F238E27FC236}">
                <a16:creationId xmlns:a16="http://schemas.microsoft.com/office/drawing/2014/main" id="{D334BFAA-A020-C8CB-094B-30E8F6F760CA}"/>
              </a:ext>
            </a:extLst>
          </p:cNvPr>
          <p:cNvSpPr txBox="1"/>
          <p:nvPr/>
        </p:nvSpPr>
        <p:spPr>
          <a:xfrm>
            <a:off x="242233" y="4270599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gewonnen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9" name="start: pijl 2-&gt;3">
            <a:extLst>
              <a:ext uri="{FF2B5EF4-FFF2-40B4-BE49-F238E27FC236}">
                <a16:creationId xmlns:a16="http://schemas.microsoft.com/office/drawing/2014/main" id="{CCDB6E56-D492-02E4-7799-8DB02F8453F2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 flipV="1">
            <a:off x="3655254" y="4354789"/>
            <a:ext cx="173027" cy="2128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art: pijl 1-&gt;2">
            <a:extLst>
              <a:ext uri="{FF2B5EF4-FFF2-40B4-BE49-F238E27FC236}">
                <a16:creationId xmlns:a16="http://schemas.microsoft.com/office/drawing/2014/main" id="{2225B0F5-99A6-5D92-94E0-0ED6C2491E50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1723976" y="4566147"/>
            <a:ext cx="192948" cy="14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tart: stap 2">
            <a:extLst>
              <a:ext uri="{FF2B5EF4-FFF2-40B4-BE49-F238E27FC236}">
                <a16:creationId xmlns:a16="http://schemas.microsoft.com/office/drawing/2014/main" id="{8D11F1A5-81FD-E9CE-9562-24DAA2A5B753}"/>
              </a:ext>
            </a:extLst>
          </p:cNvPr>
          <p:cNvSpPr txBox="1"/>
          <p:nvPr/>
        </p:nvSpPr>
        <p:spPr>
          <a:xfrm>
            <a:off x="1916924" y="4274521"/>
            <a:ext cx="1738330" cy="586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isGewonnen</a:t>
            </a:r>
            <a:r>
              <a:rPr lang="nl-BE" dirty="0"/>
              <a:t>(): boolean</a:t>
            </a:r>
          </a:p>
        </p:txBody>
      </p:sp>
      <p:sp>
        <p:nvSpPr>
          <p:cNvPr id="30" name="start: stap 3">
            <a:extLst>
              <a:ext uri="{FF2B5EF4-FFF2-40B4-BE49-F238E27FC236}">
                <a16:creationId xmlns:a16="http://schemas.microsoft.com/office/drawing/2014/main" id="{1BF388D1-9ED1-16E2-0983-3D13186FB2FA}"/>
              </a:ext>
            </a:extLst>
          </p:cNvPr>
          <p:cNvSpPr txBox="1"/>
          <p:nvPr/>
        </p:nvSpPr>
        <p:spPr>
          <a:xfrm>
            <a:off x="3828281" y="3720119"/>
            <a:ext cx="2230392" cy="12693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of de </a:t>
            </a:r>
            <a:r>
              <a:rPr lang="en-US" dirty="0" err="1"/>
              <a:t>speler</a:t>
            </a:r>
            <a:r>
              <a:rPr lang="en-US" dirty="0"/>
              <a:t> </a:t>
            </a:r>
            <a:r>
              <a:rPr lang="en-US" dirty="0" err="1"/>
              <a:t>gewonnen</a:t>
            </a:r>
            <a:r>
              <a:rPr lang="en-US" dirty="0"/>
              <a:t> is?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obv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score &amp;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trekstapel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Kan DC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dit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opvragen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methode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endParaRPr lang="en-US" sz="1100" dirty="0"/>
          </a:p>
          <a:p>
            <a:pPr marL="55775" lvl="1"/>
            <a:endParaRPr lang="en-US" dirty="0"/>
          </a:p>
        </p:txBody>
      </p:sp>
      <p:sp>
        <p:nvSpPr>
          <p:cNvPr id="32" name="start: stap 1">
            <a:extLst>
              <a:ext uri="{FF2B5EF4-FFF2-40B4-BE49-F238E27FC236}">
                <a16:creationId xmlns:a16="http://schemas.microsoft.com/office/drawing/2014/main" id="{AFEF9141-E8A5-DD2C-379E-6F15A81C9143}"/>
              </a:ext>
            </a:extLst>
          </p:cNvPr>
          <p:cNvSpPr txBox="1"/>
          <p:nvPr/>
        </p:nvSpPr>
        <p:spPr>
          <a:xfrm>
            <a:off x="242233" y="2107993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geefHuidigeKaart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al uitgewerkt!</a:t>
            </a:r>
          </a:p>
        </p:txBody>
      </p:sp>
      <p:pic>
        <p:nvPicPr>
          <p:cNvPr id="20" name="Stap14">
            <a:extLst>
              <a:ext uri="{FF2B5EF4-FFF2-40B4-BE49-F238E27FC236}">
                <a16:creationId xmlns:a16="http://schemas.microsoft.com/office/drawing/2014/main" id="{9371947B-1615-AB81-C71C-73B7A25E7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2919" y="211744"/>
            <a:ext cx="2530889" cy="4720015"/>
          </a:xfrm>
          <a:prstGeom prst="rect">
            <a:avLst/>
          </a:prstGeom>
        </p:spPr>
      </p:pic>
      <p:pic>
        <p:nvPicPr>
          <p:cNvPr id="2" name="Stap15">
            <a:extLst>
              <a:ext uri="{FF2B5EF4-FFF2-40B4-BE49-F238E27FC236}">
                <a16:creationId xmlns:a16="http://schemas.microsoft.com/office/drawing/2014/main" id="{ADA39DD7-BC43-68FA-7603-78BEE4BC09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2919" y="205684"/>
            <a:ext cx="2530888" cy="4720015"/>
          </a:xfrm>
          <a:prstGeom prst="rect">
            <a:avLst/>
          </a:prstGeom>
        </p:spPr>
      </p:pic>
      <p:pic>
        <p:nvPicPr>
          <p:cNvPr id="3" name="Stap16">
            <a:extLst>
              <a:ext uri="{FF2B5EF4-FFF2-40B4-BE49-F238E27FC236}">
                <a16:creationId xmlns:a16="http://schemas.microsoft.com/office/drawing/2014/main" id="{C2A63060-BAFD-77CC-8C38-1147EA5900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52918" y="199625"/>
            <a:ext cx="2530888" cy="4720013"/>
          </a:xfrm>
          <a:prstGeom prst="rect">
            <a:avLst/>
          </a:prstGeom>
        </p:spPr>
      </p:pic>
      <p:pic>
        <p:nvPicPr>
          <p:cNvPr id="23" name="Stap17">
            <a:extLst>
              <a:ext uri="{FF2B5EF4-FFF2-40B4-BE49-F238E27FC236}">
                <a16:creationId xmlns:a16="http://schemas.microsoft.com/office/drawing/2014/main" id="{DD10B7B9-D8F2-F86F-DFED-07EF284E49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52916" y="208770"/>
            <a:ext cx="2530887" cy="4720013"/>
          </a:xfrm>
          <a:prstGeom prst="rect">
            <a:avLst/>
          </a:prstGeom>
        </p:spPr>
      </p:pic>
      <p:pic>
        <p:nvPicPr>
          <p:cNvPr id="25" name="Stap18">
            <a:extLst>
              <a:ext uri="{FF2B5EF4-FFF2-40B4-BE49-F238E27FC236}">
                <a16:creationId xmlns:a16="http://schemas.microsoft.com/office/drawing/2014/main" id="{7BABE1BE-A4E2-389D-0CC8-0ADE76C4DF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52921" y="211747"/>
            <a:ext cx="2530887" cy="4720011"/>
          </a:xfrm>
          <a:prstGeom prst="rect">
            <a:avLst/>
          </a:prstGeom>
        </p:spPr>
      </p:pic>
      <p:pic>
        <p:nvPicPr>
          <p:cNvPr id="56" name="Stap19">
            <a:extLst>
              <a:ext uri="{FF2B5EF4-FFF2-40B4-BE49-F238E27FC236}">
                <a16:creationId xmlns:a16="http://schemas.microsoft.com/office/drawing/2014/main" id="{CAA35A7C-F37E-E517-24B7-06EE82E4701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52911" y="217805"/>
            <a:ext cx="2530886" cy="4720011"/>
          </a:xfrm>
          <a:prstGeom prst="rect">
            <a:avLst/>
          </a:prstGeom>
        </p:spPr>
      </p:pic>
      <p:pic>
        <p:nvPicPr>
          <p:cNvPr id="57" name="Stap20">
            <a:extLst>
              <a:ext uri="{FF2B5EF4-FFF2-40B4-BE49-F238E27FC236}">
                <a16:creationId xmlns:a16="http://schemas.microsoft.com/office/drawing/2014/main" id="{69D24B74-E3B7-A522-4D63-B487201D659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40428" y="190480"/>
            <a:ext cx="2530886" cy="472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8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6" grpId="0" animBg="1"/>
      <p:bldP spid="8" grpId="0" animBg="1"/>
      <p:bldP spid="22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AAE5-82E3-59EF-723F-592369032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118486-85CB-7821-183E-D6A57E5C4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2938" y="1155729"/>
            <a:ext cx="4249062" cy="3280803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7EFC86E6-DBB7-33BA-6C6A-C12D506B0C4D}"/>
              </a:ext>
            </a:extLst>
          </p:cNvPr>
          <p:cNvSpPr/>
          <p:nvPr/>
        </p:nvSpPr>
        <p:spPr>
          <a:xfrm>
            <a:off x="488162" y="2330971"/>
            <a:ext cx="3839516" cy="2613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019CE7FD-746A-01DA-C9C8-08CA27303779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B234782-38EA-A1C7-95CC-425A75239105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E19A265-DA46-62AC-00EF-2A79781417C2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9E8C2181-A633-EE3A-1F74-04B95697DA76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4327678" y="2461632"/>
            <a:ext cx="84318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969A554F-84A0-E773-26E7-0C3B625CCE70}"/>
              </a:ext>
            </a:extLst>
          </p:cNvPr>
          <p:cNvSpPr txBox="1"/>
          <p:nvPr/>
        </p:nvSpPr>
        <p:spPr>
          <a:xfrm>
            <a:off x="5170860" y="1534664"/>
            <a:ext cx="1859864" cy="18539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dirty="0"/>
              <a:t>Data nodig uit domein!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dirty="0"/>
              <a:t>Wel </a:t>
            </a:r>
            <a:r>
              <a:rPr lang="nl-BE" sz="1100" dirty="0" err="1"/>
              <a:t>knowing</a:t>
            </a:r>
            <a:endParaRPr lang="nl-BE" sz="1100" dirty="0"/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60363" lvl="1" indent="-180975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4" name="kader SO 1">
            <a:extLst>
              <a:ext uri="{FF2B5EF4-FFF2-40B4-BE49-F238E27FC236}">
                <a16:creationId xmlns:a16="http://schemas.microsoft.com/office/drawing/2014/main" id="{0B8F6545-5CC9-B602-0FDF-54073F094131}"/>
              </a:ext>
            </a:extLst>
          </p:cNvPr>
          <p:cNvSpPr/>
          <p:nvPr/>
        </p:nvSpPr>
        <p:spPr>
          <a:xfrm>
            <a:off x="488161" y="1595414"/>
            <a:ext cx="3867091" cy="68719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55F77B01-B1CD-6720-C259-68024DB05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4914" y="1752074"/>
            <a:ext cx="319728" cy="319728"/>
          </a:xfrm>
          <a:prstGeom prst="rect">
            <a:avLst/>
          </a:prstGeom>
        </p:spPr>
      </p:pic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E46E0221-3375-E32D-F507-8F90F298C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2136" y="3354880"/>
            <a:ext cx="319728" cy="319728"/>
          </a:xfrm>
          <a:prstGeom prst="rect">
            <a:avLst/>
          </a:prstGeom>
        </p:spPr>
      </p:pic>
      <p:sp>
        <p:nvSpPr>
          <p:cNvPr id="4" name="kader SO 1">
            <a:extLst>
              <a:ext uri="{FF2B5EF4-FFF2-40B4-BE49-F238E27FC236}">
                <a16:creationId xmlns:a16="http://schemas.microsoft.com/office/drawing/2014/main" id="{320ACB3A-36B6-B461-51BD-2C09DBD2FA15}"/>
              </a:ext>
            </a:extLst>
          </p:cNvPr>
          <p:cNvSpPr/>
          <p:nvPr/>
        </p:nvSpPr>
        <p:spPr>
          <a:xfrm>
            <a:off x="488162" y="2618292"/>
            <a:ext cx="3839516" cy="162140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5848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E6DE-6D05-F56E-04AC-EF2B4EA3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0C332F44-8854-9A15-6A3C-C9D2F037E4AA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432ED6C-6523-CFE2-5A11-C1AF700B16E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1965DC7C-362F-0D24-F9B1-B89AA6E3D100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329B2240-A6AC-D518-CC88-3466537E036D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8FE692E-7C27-2F3A-C77C-2A27E0A8B251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5ECCAE20-603F-757D-8E84-7B2BD6B562EF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E9043CDC-E26F-89CC-A4B8-C961455C8794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B6D19DF-0D91-475C-3BA9-A61AFF41D45E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64759AA7-19D2-622B-4E1C-482990612795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35" name="start: stap 1">
            <a:extLst>
              <a:ext uri="{FF2B5EF4-FFF2-40B4-BE49-F238E27FC236}">
                <a16:creationId xmlns:a16="http://schemas.microsoft.com/office/drawing/2014/main" id="{F56B8497-5869-46E5-BD86-25E4529A8B37}"/>
              </a:ext>
            </a:extLst>
          </p:cNvPr>
          <p:cNvSpPr txBox="1"/>
          <p:nvPr/>
        </p:nvSpPr>
        <p:spPr>
          <a:xfrm>
            <a:off x="242233" y="2644054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Einde spel?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" name="start: pijl 1-&gt;2">
            <a:extLst>
              <a:ext uri="{FF2B5EF4-FFF2-40B4-BE49-F238E27FC236}">
                <a16:creationId xmlns:a16="http://schemas.microsoft.com/office/drawing/2014/main" id="{7DF8E4C0-459C-9B79-A300-280BD31B160F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1723976" y="2939602"/>
            <a:ext cx="192948" cy="24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tart: stap 2">
            <a:extLst>
              <a:ext uri="{FF2B5EF4-FFF2-40B4-BE49-F238E27FC236}">
                <a16:creationId xmlns:a16="http://schemas.microsoft.com/office/drawing/2014/main" id="{3F2B7CBD-4FE6-716A-DA73-F890B12B9FB8}"/>
              </a:ext>
            </a:extLst>
          </p:cNvPr>
          <p:cNvSpPr txBox="1"/>
          <p:nvPr/>
        </p:nvSpPr>
        <p:spPr>
          <a:xfrm>
            <a:off x="1916924" y="2648960"/>
            <a:ext cx="1738330" cy="586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isEindeSpel</a:t>
            </a:r>
            <a:r>
              <a:rPr lang="nl-BE" dirty="0"/>
              <a:t>(): boolean</a:t>
            </a:r>
          </a:p>
        </p:txBody>
      </p:sp>
      <p:cxnSp>
        <p:nvCxnSpPr>
          <p:cNvPr id="38" name="start: pijl 2-&gt;3">
            <a:extLst>
              <a:ext uri="{FF2B5EF4-FFF2-40B4-BE49-F238E27FC236}">
                <a16:creationId xmlns:a16="http://schemas.microsoft.com/office/drawing/2014/main" id="{B31AFF5C-C7B2-F700-23AB-15DB748F13D0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 flipV="1">
            <a:off x="3655254" y="2939602"/>
            <a:ext cx="173027" cy="24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art: stap 3">
            <a:extLst>
              <a:ext uri="{FF2B5EF4-FFF2-40B4-BE49-F238E27FC236}">
                <a16:creationId xmlns:a16="http://schemas.microsoft.com/office/drawing/2014/main" id="{5EEC3687-4F1F-156F-7951-476FFFAC147D}"/>
              </a:ext>
            </a:extLst>
          </p:cNvPr>
          <p:cNvSpPr txBox="1"/>
          <p:nvPr/>
        </p:nvSpPr>
        <p:spPr>
          <a:xfrm>
            <a:off x="3828281" y="2121560"/>
            <a:ext cx="2230392" cy="16360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expert over de </a:t>
            </a:r>
            <a:r>
              <a:rPr lang="en-US" dirty="0" err="1"/>
              <a:t>trekstapel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 score (</a:t>
            </a:r>
            <a:r>
              <a:rPr lang="en-US" dirty="0" err="1"/>
              <a:t>zie</a:t>
            </a:r>
            <a:r>
              <a:rPr lang="en-US" dirty="0"/>
              <a:t> DR_EINDE_SPEL)?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HogerLager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Heeft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methode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om op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vragen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of het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spel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gedaan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is?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endParaRPr lang="en-US" sz="1100" dirty="0"/>
          </a:p>
          <a:p>
            <a:pPr marL="55775" lvl="1"/>
            <a:endParaRPr lang="en-US" dirty="0"/>
          </a:p>
        </p:txBody>
      </p:sp>
      <p:pic>
        <p:nvPicPr>
          <p:cNvPr id="2" name="Stap20">
            <a:extLst>
              <a:ext uri="{FF2B5EF4-FFF2-40B4-BE49-F238E27FC236}">
                <a16:creationId xmlns:a16="http://schemas.microsoft.com/office/drawing/2014/main" id="{4BEFAC34-F293-669E-9BEE-8413C19412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09756" y="190480"/>
            <a:ext cx="2530886" cy="4720011"/>
          </a:xfrm>
          <a:prstGeom prst="rect">
            <a:avLst/>
          </a:prstGeom>
        </p:spPr>
      </p:pic>
      <p:pic>
        <p:nvPicPr>
          <p:cNvPr id="6" name="Stap21">
            <a:extLst>
              <a:ext uri="{FF2B5EF4-FFF2-40B4-BE49-F238E27FC236}">
                <a16:creationId xmlns:a16="http://schemas.microsoft.com/office/drawing/2014/main" id="{6D58FDD7-69F0-F7A0-B081-67B46304AE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9756" y="190479"/>
            <a:ext cx="2530886" cy="4720010"/>
          </a:xfrm>
          <a:prstGeom prst="rect">
            <a:avLst/>
          </a:prstGeom>
        </p:spPr>
      </p:pic>
      <p:pic>
        <p:nvPicPr>
          <p:cNvPr id="7" name="Stap22">
            <a:extLst>
              <a:ext uri="{FF2B5EF4-FFF2-40B4-BE49-F238E27FC236}">
                <a16:creationId xmlns:a16="http://schemas.microsoft.com/office/drawing/2014/main" id="{7F020263-A1F5-8E1A-32ED-10C53AF239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09756" y="197569"/>
            <a:ext cx="2530885" cy="472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7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AB444-7A56-24AF-7C42-B7097FC7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75E0F86-1B9F-9B70-47D0-9A60B6B97694}"/>
              </a:ext>
            </a:extLst>
          </p:cNvPr>
          <p:cNvGrpSpPr/>
          <p:nvPr/>
        </p:nvGrpSpPr>
        <p:grpSpPr>
          <a:xfrm>
            <a:off x="1952793" y="623772"/>
            <a:ext cx="5238413" cy="3895956"/>
            <a:chOff x="322938" y="1155729"/>
            <a:chExt cx="4451704" cy="328080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0A764BC-6BF8-7FB3-5051-2442960DB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322938" y="1155729"/>
              <a:ext cx="4249062" cy="3280803"/>
            </a:xfrm>
            <a:prstGeom prst="rect">
              <a:avLst/>
            </a:prstGeom>
          </p:spPr>
        </p:pic>
        <p:sp>
          <p:nvSpPr>
            <p:cNvPr id="8" name="kader SO 1">
              <a:extLst>
                <a:ext uri="{FF2B5EF4-FFF2-40B4-BE49-F238E27FC236}">
                  <a16:creationId xmlns:a16="http://schemas.microsoft.com/office/drawing/2014/main" id="{DA6CCABD-7CBC-05CB-75DA-990A875EA4AF}"/>
                </a:ext>
              </a:extLst>
            </p:cNvPr>
            <p:cNvSpPr/>
            <p:nvPr/>
          </p:nvSpPr>
          <p:spPr>
            <a:xfrm>
              <a:off x="488162" y="2330971"/>
              <a:ext cx="3839516" cy="261322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4" name="kader SO 1">
              <a:extLst>
                <a:ext uri="{FF2B5EF4-FFF2-40B4-BE49-F238E27FC236}">
                  <a16:creationId xmlns:a16="http://schemas.microsoft.com/office/drawing/2014/main" id="{2A9ECDC8-7976-F2EB-777C-63CB2B9DDDE9}"/>
                </a:ext>
              </a:extLst>
            </p:cNvPr>
            <p:cNvSpPr/>
            <p:nvPr/>
          </p:nvSpPr>
          <p:spPr>
            <a:xfrm>
              <a:off x="488161" y="1595414"/>
              <a:ext cx="3867091" cy="687199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pic>
          <p:nvPicPr>
            <p:cNvPr id="15" name="Graphic 14" descr="Checkmark with solid fill">
              <a:extLst>
                <a:ext uri="{FF2B5EF4-FFF2-40B4-BE49-F238E27FC236}">
                  <a16:creationId xmlns:a16="http://schemas.microsoft.com/office/drawing/2014/main" id="{83271D67-A6A3-16CA-761A-F7386C6E1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54914" y="1752074"/>
              <a:ext cx="319728" cy="319728"/>
            </a:xfrm>
            <a:prstGeom prst="rect">
              <a:avLst/>
            </a:prstGeom>
          </p:spPr>
        </p:pic>
        <p:pic>
          <p:nvPicPr>
            <p:cNvPr id="2" name="Graphic 1" descr="Checkmark with solid fill">
              <a:extLst>
                <a:ext uri="{FF2B5EF4-FFF2-40B4-BE49-F238E27FC236}">
                  <a16:creationId xmlns:a16="http://schemas.microsoft.com/office/drawing/2014/main" id="{B3E5DD98-D5D9-5656-4FCA-068C28BB4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12136" y="3354880"/>
              <a:ext cx="319728" cy="319728"/>
            </a:xfrm>
            <a:prstGeom prst="rect">
              <a:avLst/>
            </a:prstGeom>
          </p:spPr>
        </p:pic>
        <p:sp>
          <p:nvSpPr>
            <p:cNvPr id="4" name="kader SO 1">
              <a:extLst>
                <a:ext uri="{FF2B5EF4-FFF2-40B4-BE49-F238E27FC236}">
                  <a16:creationId xmlns:a16="http://schemas.microsoft.com/office/drawing/2014/main" id="{BE9A77C2-1E42-F9DA-46D5-817749EEA306}"/>
                </a:ext>
              </a:extLst>
            </p:cNvPr>
            <p:cNvSpPr/>
            <p:nvPr/>
          </p:nvSpPr>
          <p:spPr>
            <a:xfrm>
              <a:off x="488162" y="2618292"/>
              <a:ext cx="3839516" cy="1621405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pic>
          <p:nvPicPr>
            <p:cNvPr id="5" name="Graphic 4" descr="Checkmark with solid fill">
              <a:extLst>
                <a:ext uri="{FF2B5EF4-FFF2-40B4-BE49-F238E27FC236}">
                  <a16:creationId xmlns:a16="http://schemas.microsoft.com/office/drawing/2014/main" id="{101671DF-8A48-97DC-9ACD-2181BAE9A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12136" y="2287423"/>
              <a:ext cx="319728" cy="319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417885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hogent">
      <a:dk1>
        <a:srgbClr val="000000"/>
      </a:dk1>
      <a:lt1>
        <a:srgbClr val="EF8767"/>
      </a:lt1>
      <a:dk2>
        <a:srgbClr val="000000"/>
      </a:dk2>
      <a:lt2>
        <a:srgbClr val="FFFFFF"/>
      </a:lt2>
      <a:accent1>
        <a:srgbClr val="F1C29F"/>
      </a:accent1>
      <a:accent2>
        <a:srgbClr val="ECECEC"/>
      </a:accent2>
      <a:accent3>
        <a:srgbClr val="646567"/>
      </a:accent3>
      <a:accent4>
        <a:srgbClr val="BBBDBE"/>
      </a:accent4>
      <a:accent5>
        <a:srgbClr val="EF8767"/>
      </a:accent5>
      <a:accent6>
        <a:srgbClr val="818285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GENT_template - kopie.pptx" id="{D7FA1453-3471-430B-A1AD-B8124E043D4F}" vid="{0AFD6EF6-68DC-4EAD-A60A-445247A1A2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CC9219CDE3643A3AB9662AE8967EF" ma:contentTypeVersion="9" ma:contentTypeDescription="Een nieuw document maken." ma:contentTypeScope="" ma:versionID="d4fee887ed0f745a573c54bef215fb6c">
  <xsd:schema xmlns:xsd="http://www.w3.org/2001/XMLSchema" xmlns:xs="http://www.w3.org/2001/XMLSchema" xmlns:p="http://schemas.microsoft.com/office/2006/metadata/properties" xmlns:ns2="a6605698-f7af-4793-800a-c8e7c4529028" xmlns:ns3="ac0f5b23-421e-4b12-976e-a91b19169f8e" targetNamespace="http://schemas.microsoft.com/office/2006/metadata/properties" ma:root="true" ma:fieldsID="41f7c8d2cffa4531964d76742ecb0fb3" ns2:_="" ns3:_="">
    <xsd:import namespace="a6605698-f7af-4793-800a-c8e7c4529028"/>
    <xsd:import namespace="ac0f5b23-421e-4b12-976e-a91b19169f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05698-f7af-4793-800a-c8e7c4529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04d6853f-ba83-42af-bfed-9e600a62ad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0f5b23-421e-4b12-976e-a91b19169f8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a6aa462-be32-4ce6-b9b4-4368c0b8d54c}" ma:internalName="TaxCatchAll" ma:showField="CatchAllData" ma:web="ac0f5b23-421e-4b12-976e-a91b19169f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0f5b23-421e-4b12-976e-a91b19169f8e" xsi:nil="true"/>
    <lcf76f155ced4ddcb4097134ff3c332f xmlns="a6605698-f7af-4793-800a-c8e7c4529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72CB05-A679-46A1-87A7-FF1E5CD95C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63119D-5D86-4E57-A0C0-38E4AC1E87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605698-f7af-4793-800a-c8e7c4529028"/>
    <ds:schemaRef ds:uri="ac0f5b23-421e-4b12-976e-a91b19169f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D6FCC5-9E80-433C-A29C-24EB2379A580}">
  <ds:schemaRefs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76666a8f-3f3e-4a59-823b-46bbc3ea8fec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4ff2f1d-2822-4846-92fa-1b6a93b438d5"/>
    <ds:schemaRef ds:uri="ac0f5b23-421e-4b12-976e-a91b19169f8e"/>
    <ds:schemaRef ds:uri="a6605698-f7af-4793-800a-c8e7c45290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HOGENT</Template>
  <TotalTime>4260</TotalTime>
  <Words>597</Words>
  <Application>Microsoft Office PowerPoint</Application>
  <PresentationFormat>On-screen Show (16:9)</PresentationFormat>
  <Paragraphs>166</Paragraphs>
  <Slides>13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Montserrat ExtraBold</vt:lpstr>
      <vt:lpstr>Montserrat</vt:lpstr>
      <vt:lpstr>Montserrat ExtraLight</vt:lpstr>
      <vt:lpstr>Montserrat SemiBold</vt:lpstr>
      <vt:lpstr>Wingdings</vt:lpstr>
      <vt:lpstr>Arial</vt:lpstr>
      <vt:lpstr>Kantoorthema</vt:lpstr>
      <vt:lpstr>OOSD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Hogeschool 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stefaan.samyn@hogent.be</dc:creator>
  <cp:lastModifiedBy>Fien Spriet</cp:lastModifiedBy>
  <cp:revision>266</cp:revision>
  <cp:lastPrinted>2023-11-15T22:32:20Z</cp:lastPrinted>
  <dcterms:created xsi:type="dcterms:W3CDTF">2018-08-07T08:19:18Z</dcterms:created>
  <dcterms:modified xsi:type="dcterms:W3CDTF">2025-11-01T17:09:15Z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0x01010070124D7D894CBC4F840D1D7C2076F981</vt:lpwstr>
  </property>
</Properties>
</file>