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2" r:id="rId5"/>
    <p:sldId id="873" r:id="rId6"/>
    <p:sldId id="871" r:id="rId7"/>
    <p:sldId id="888" r:id="rId8"/>
    <p:sldId id="889" r:id="rId9"/>
    <p:sldId id="890" r:id="rId10"/>
    <p:sldId id="891" r:id="rId11"/>
  </p:sldIdLst>
  <p:sldSz cx="9144000" cy="5143500" type="screen16x9"/>
  <p:notesSz cx="10234613" cy="7104063"/>
  <p:embeddedFontLst>
    <p:embeddedFont>
      <p:font typeface="Montserrat" pitchFamily="2" charset="0"/>
      <p:regular r:id="rId14"/>
      <p:bold r:id="rId15"/>
      <p:italic r:id="rId16"/>
      <p:boldItalic r:id="rId17"/>
    </p:embeddedFont>
    <p:embeddedFont>
      <p:font typeface="Montserrat ExtraBold" pitchFamily="2" charset="0"/>
      <p:bold r:id="rId18"/>
      <p:boldItalic r:id="rId19"/>
    </p:embeddedFont>
    <p:embeddedFont>
      <p:font typeface="Montserrat ExtraLight" pitchFamily="2" charset="0"/>
      <p:regular r:id="rId20"/>
      <p:italic r:id="rId21"/>
    </p:embeddedFont>
    <p:embeddedFont>
      <p:font typeface="Montserrat SemiBold" pitchFamily="2" charset="0"/>
      <p:bold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FF00"/>
    <a:srgbClr val="00B050"/>
    <a:srgbClr val="F8F8F8"/>
    <a:srgbClr val="F6F6F6"/>
    <a:srgbClr val="FF9933"/>
    <a:srgbClr val="0070C0"/>
    <a:srgbClr val="F5A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41BDF-C138-42FB-9490-F761486008F8}" v="31" dt="2024-11-21T19:50:20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5" autoAdjust="0"/>
  </p:normalViewPr>
  <p:slideViewPr>
    <p:cSldViewPr snapToGrid="0" snapToObjects="1" showGuides="1">
      <p:cViewPr varScale="1">
        <p:scale>
          <a:sx n="141" d="100"/>
          <a:sy n="141" d="100"/>
        </p:scale>
        <p:origin x="702" y="120"/>
      </p:cViewPr>
      <p:guideLst>
        <p:guide orient="horz" pos="1639"/>
        <p:guide pos="2888"/>
        <p:guide orient="horz" pos="1614"/>
        <p:guide pos="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690"/>
    </p:cViewPr>
  </p:sorterViewPr>
  <p:notesViewPr>
    <p:cSldViewPr snapToGrid="0" snapToObject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n Spriet" userId="28c6bad0-c7dd-4315-9906-c1a71a1827bd" providerId="ADAL" clId="{19A862FE-954D-4027-A1B4-8ECAD6DA4954}"/>
    <pc:docChg chg="modSld modNotesMaster modHandout">
      <pc:chgData name="Fien Spriet" userId="28c6bad0-c7dd-4315-9906-c1a71a1827bd" providerId="ADAL" clId="{19A862FE-954D-4027-A1B4-8ECAD6DA4954}" dt="2023-11-15T21:53:28.896" v="4" actId="729"/>
      <pc:docMkLst>
        <pc:docMk/>
      </pc:docMkLst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801008464" sldId="748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56767461" sldId="749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959416312" sldId="84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625178969" sldId="856"/>
        </pc:sldMkLst>
      </pc:sldChg>
      <pc:sldChg chg="mod modShow">
        <pc:chgData name="Fien Spriet" userId="28c6bad0-c7dd-4315-9906-c1a71a1827bd" providerId="ADAL" clId="{19A862FE-954D-4027-A1B4-8ECAD6DA4954}" dt="2023-11-15T21:53:28.896" v="4" actId="729"/>
        <pc:sldMkLst>
          <pc:docMk/>
          <pc:sldMk cId="3170510318" sldId="87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46164917" sldId="881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497989783" sldId="882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33378283" sldId="88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94068690" sldId="884"/>
        </pc:sldMkLst>
      </pc:sldChg>
      <pc:sldChg chg="mod modShow">
        <pc:chgData name="Fien Spriet" userId="28c6bad0-c7dd-4315-9906-c1a71a1827bd" providerId="ADAL" clId="{19A862FE-954D-4027-A1B4-8ECAD6DA4954}" dt="2023-11-15T21:53:24.315" v="3" actId="729"/>
        <pc:sldMkLst>
          <pc:docMk/>
          <pc:sldMk cId="2643581258" sldId="885"/>
        </pc:sldMkLst>
      </pc:sldChg>
    </pc:docChg>
  </pc:docChgLst>
  <pc:docChgLst>
    <pc:chgData name="Fien Spriet" userId="28c6bad0-c7dd-4315-9906-c1a71a1827bd" providerId="ADAL" clId="{CBBFB0D6-F553-4358-8655-769D9336AC59}"/>
    <pc:docChg chg="undo custSel addSld delSld modSld modNotesMaster modHandout">
      <pc:chgData name="Fien Spriet" userId="28c6bad0-c7dd-4315-9906-c1a71a1827bd" providerId="ADAL" clId="{CBBFB0D6-F553-4358-8655-769D9336AC59}" dt="2023-11-15T22:38:44.061" v="61" actId="729"/>
      <pc:docMkLst>
        <pc:docMk/>
      </pc:docMkLst>
      <pc:sldChg chg="modSp add del mod">
        <pc:chgData name="Fien Spriet" userId="28c6bad0-c7dd-4315-9906-c1a71a1827bd" providerId="ADAL" clId="{CBBFB0D6-F553-4358-8655-769D9336AC59}" dt="2023-11-15T22:24:00.197" v="45" actId="20577"/>
        <pc:sldMkLst>
          <pc:docMk/>
          <pc:sldMk cId="915807263" sldId="272"/>
        </pc:sldMkLst>
        <pc:spChg chg="mod">
          <ac:chgData name="Fien Spriet" userId="28c6bad0-c7dd-4315-9906-c1a71a1827bd" providerId="ADAL" clId="{CBBFB0D6-F553-4358-8655-769D9336AC59}" dt="2023-11-15T22:24:00.197" v="45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8420119" sldId="68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148530126" sldId="69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01008464" sldId="74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56767461" sldId="74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03597265" sldId="81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0" sldId="82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959416312" sldId="84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25178969" sldId="85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3224643763" sldId="86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732876743" sldId="86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072291424" sldId="86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390325598" sldId="870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102216657" sldId="871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205331084" sldId="872"/>
        </pc:sldMkLst>
      </pc:sldChg>
      <pc:sldChg chg="addSp delSp modSp mod modShow">
        <pc:chgData name="Fien Spriet" userId="28c6bad0-c7dd-4315-9906-c1a71a1827bd" providerId="ADAL" clId="{CBBFB0D6-F553-4358-8655-769D9336AC59}" dt="2023-11-15T22:25:45.384" v="58" actId="1076"/>
        <pc:sldMkLst>
          <pc:docMk/>
          <pc:sldMk cId="3170510318" sldId="873"/>
        </pc:sldMkLst>
        <pc:graphicFrameChg chg="del modGraphic">
          <ac:chgData name="Fien Spriet" userId="28c6bad0-c7dd-4315-9906-c1a71a1827bd" providerId="ADAL" clId="{CBBFB0D6-F553-4358-8655-769D9336AC59}" dt="2023-11-15T22:24:40.625" v="54" actId="478"/>
          <ac:graphicFrameMkLst>
            <pc:docMk/>
            <pc:sldMk cId="3170510318" sldId="873"/>
            <ac:graphicFrameMk id="2" creationId="{B68B330D-FD8F-C145-0002-5EA399E0B4BB}"/>
          </ac:graphicFrameMkLst>
        </pc:graphicFrameChg>
        <pc:picChg chg="del mod">
          <ac:chgData name="Fien Spriet" userId="28c6bad0-c7dd-4315-9906-c1a71a1827bd" providerId="ADAL" clId="{CBBFB0D6-F553-4358-8655-769D9336AC59}" dt="2023-11-15T22:24:37.863" v="51" actId="478"/>
          <ac:picMkLst>
            <pc:docMk/>
            <pc:sldMk cId="3170510318" sldId="873"/>
            <ac:picMk id="3" creationId="{A6FC49D1-0C72-90F2-01B7-F4255133A971}"/>
          </ac:picMkLst>
        </pc:picChg>
        <pc:picChg chg="add mod">
          <ac:chgData name="Fien Spriet" userId="28c6bad0-c7dd-4315-9906-c1a71a1827bd" providerId="ADAL" clId="{CBBFB0D6-F553-4358-8655-769D9336AC59}" dt="2023-11-15T22:25:45.384" v="58" actId="1076"/>
          <ac:picMkLst>
            <pc:docMk/>
            <pc:sldMk cId="3170510318" sldId="873"/>
            <ac:picMk id="5" creationId="{CF63186F-48B3-BD83-36D2-CD21C92D5FF6}"/>
          </ac:picMkLst>
        </pc:picChg>
        <pc:picChg chg="del">
          <ac:chgData name="Fien Spriet" userId="28c6bad0-c7dd-4315-9906-c1a71a1827bd" providerId="ADAL" clId="{CBBFB0D6-F553-4358-8655-769D9336AC59}" dt="2023-11-15T22:24:38.437" v="52" actId="478"/>
          <ac:picMkLst>
            <pc:docMk/>
            <pc:sldMk cId="3170510318" sldId="873"/>
            <ac:picMk id="20" creationId="{2BB4404D-A67B-10AB-06B4-C345CF2FA341}"/>
          </ac:picMkLst>
        </pc:pic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203321728" sldId="874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371355390" sldId="875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93858090" sldId="87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490973795" sldId="87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1026054" sldId="878"/>
        </pc:sldMkLst>
      </pc:sldChg>
      <pc:sldChg chg="mod modShow">
        <pc:chgData name="Fien Spriet" userId="28c6bad0-c7dd-4315-9906-c1a71a1827bd" providerId="ADAL" clId="{CBBFB0D6-F553-4358-8655-769D9336AC59}" dt="2023-11-15T22:38:44.061" v="61" actId="729"/>
        <pc:sldMkLst>
          <pc:docMk/>
          <pc:sldMk cId="711262040" sldId="88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46164917" sldId="88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97989783" sldId="882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33378283" sldId="88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94068690" sldId="884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43581258" sldId="885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30293884" sldId="886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66826947" sldId="887"/>
        </pc:sldMkLst>
      </pc:sldChg>
      <pc:sldChg chg="mod modShow">
        <pc:chgData name="Fien Spriet" userId="28c6bad0-c7dd-4315-9906-c1a71a1827bd" providerId="ADAL" clId="{CBBFB0D6-F553-4358-8655-769D9336AC59}" dt="2023-11-15T22:38:44.061" v="61" actId="729"/>
        <pc:sldMkLst>
          <pc:docMk/>
          <pc:sldMk cId="2649753759" sldId="888"/>
        </pc:sldMkLst>
      </pc:sldChg>
      <pc:sldChg chg="del">
        <pc:chgData name="Fien Spriet" userId="28c6bad0-c7dd-4315-9906-c1a71a1827bd" providerId="ADAL" clId="{CBBFB0D6-F553-4358-8655-769D9336AC59}" dt="2023-11-15T22:38:12.696" v="60" actId="47"/>
        <pc:sldMkLst>
          <pc:docMk/>
          <pc:sldMk cId="3458774184" sldId="889"/>
        </pc:sldMkLst>
      </pc:sldChg>
    </pc:docChg>
  </pc:docChgLst>
  <pc:docChgLst>
    <pc:chgData name="Fien Spriet" userId="28c6bad0-c7dd-4315-9906-c1a71a1827bd" providerId="ADAL" clId="{52297510-C13E-4D93-8633-50B50DCAD117}"/>
    <pc:docChg chg="undo custSel addSld delSld modSld sldOrd">
      <pc:chgData name="Fien Spriet" userId="28c6bad0-c7dd-4315-9906-c1a71a1827bd" providerId="ADAL" clId="{52297510-C13E-4D93-8633-50B50DCAD117}" dt="2023-11-16T15:13:25.342" v="819" actId="20577"/>
      <pc:docMkLst>
        <pc:docMk/>
      </pc:docMkLst>
      <pc:sldChg chg="addSp delSp modSp add mod modAnim">
        <pc:chgData name="Fien Spriet" userId="28c6bad0-c7dd-4315-9906-c1a71a1827bd" providerId="ADAL" clId="{52297510-C13E-4D93-8633-50B50DCAD117}" dt="2023-11-16T14:43:33.246" v="455"/>
        <pc:sldMkLst>
          <pc:docMk/>
          <pc:sldMk cId="1102216657" sldId="871"/>
        </pc:sldMkLst>
        <pc:spChg chg="mod">
          <ac:chgData name="Fien Spriet" userId="28c6bad0-c7dd-4315-9906-c1a71a1827bd" providerId="ADAL" clId="{52297510-C13E-4D93-8633-50B50DCAD117}" dt="2023-11-16T11:20:29.385" v="11" actId="14100"/>
          <ac:spMkLst>
            <pc:docMk/>
            <pc:sldMk cId="1102216657" sldId="871"/>
            <ac:spMk id="8" creationId="{EF59DDBF-9EAA-6F16-E3A1-945AACCC395A}"/>
          </ac:spMkLst>
        </pc:spChg>
        <pc:spChg chg="mod">
          <ac:chgData name="Fien Spriet" userId="28c6bad0-c7dd-4315-9906-c1a71a1827bd" providerId="ADAL" clId="{52297510-C13E-4D93-8633-50B50DCAD117}" dt="2023-11-16T11:22:27.270" v="77" actId="20577"/>
          <ac:spMkLst>
            <pc:docMk/>
            <pc:sldMk cId="1102216657" sldId="871"/>
            <ac:spMk id="23" creationId="{27D6F2B0-724D-A931-B49C-C1402E496D1A}"/>
          </ac:spMkLst>
        </pc:spChg>
        <pc:picChg chg="add mod ord">
          <ac:chgData name="Fien Spriet" userId="28c6bad0-c7dd-4315-9906-c1a71a1827bd" providerId="ADAL" clId="{52297510-C13E-4D93-8633-50B50DCAD117}" dt="2023-11-16T11:20:20.859" v="8" actId="167"/>
          <ac:picMkLst>
            <pc:docMk/>
            <pc:sldMk cId="1102216657" sldId="871"/>
            <ac:picMk id="2" creationId="{05FB620F-A67B-2648-4C30-DFEF02A689DF}"/>
          </ac:picMkLst>
        </pc:picChg>
        <pc:picChg chg="del">
          <ac:chgData name="Fien Spriet" userId="28c6bad0-c7dd-4315-9906-c1a71a1827bd" providerId="ADAL" clId="{52297510-C13E-4D93-8633-50B50DCAD117}" dt="2023-11-16T11:20:13.709" v="4" actId="478"/>
          <ac:picMkLst>
            <pc:docMk/>
            <pc:sldMk cId="1102216657" sldId="871"/>
            <ac:picMk id="6" creationId="{8EED9974-AD31-75C2-6C25-D3C8438ED12F}"/>
          </ac:picMkLst>
        </pc:picChg>
        <pc:cxnChg chg="mod">
          <ac:chgData name="Fien Spriet" userId="28c6bad0-c7dd-4315-9906-c1a71a1827bd" providerId="ADAL" clId="{52297510-C13E-4D93-8633-50B50DCAD117}" dt="2023-11-16T11:22:05.436" v="46" actId="1076"/>
          <ac:cxnSpMkLst>
            <pc:docMk/>
            <pc:sldMk cId="1102216657" sldId="871"/>
            <ac:cxnSpMk id="25" creationId="{8FBBBF15-60A0-F8F2-055B-F8018309A248}"/>
          </ac:cxnSpMkLst>
        </pc:cxnChg>
      </pc:sldChg>
      <pc:sldChg chg="mod modShow">
        <pc:chgData name="Fien Spriet" userId="28c6bad0-c7dd-4315-9906-c1a71a1827bd" providerId="ADAL" clId="{52297510-C13E-4D93-8633-50B50DCAD117}" dt="2023-11-16T14:59:17.135" v="683" actId="729"/>
        <pc:sldMkLst>
          <pc:docMk/>
          <pc:sldMk cId="3170510318" sldId="873"/>
        </pc:sldMkLst>
      </pc:sldChg>
      <pc:sldChg chg="del">
        <pc:chgData name="Fien Spriet" userId="28c6bad0-c7dd-4315-9906-c1a71a1827bd" providerId="ADAL" clId="{52297510-C13E-4D93-8633-50B50DCAD117}" dt="2023-11-16T11:20:08.414" v="2" actId="47"/>
        <pc:sldMkLst>
          <pc:docMk/>
          <pc:sldMk cId="711262040" sldId="880"/>
        </pc:sldMkLst>
      </pc:sldChg>
      <pc:sldChg chg="addSp delSp modSp mod delAnim modAnim modShow">
        <pc:chgData name="Fien Spriet" userId="28c6bad0-c7dd-4315-9906-c1a71a1827bd" providerId="ADAL" clId="{52297510-C13E-4D93-8633-50B50DCAD117}" dt="2023-11-16T14:40:38.902" v="390"/>
        <pc:sldMkLst>
          <pc:docMk/>
          <pc:sldMk cId="2649753759" sldId="888"/>
        </pc:sldMkLst>
        <pc:spChg chg="del mod">
          <ac:chgData name="Fien Spriet" userId="28c6bad0-c7dd-4315-9906-c1a71a1827bd" providerId="ADAL" clId="{52297510-C13E-4D93-8633-50B50DCAD117}" dt="2023-11-16T11:29:14.195" v="141" actId="478"/>
          <ac:spMkLst>
            <pc:docMk/>
            <pc:sldMk cId="2649753759" sldId="888"/>
            <ac:spMk id="21" creationId="{2BED5FD2-43DC-D2C4-09B7-A2F1F74D37ED}"/>
          </ac:spMkLst>
        </pc:spChg>
        <pc:spChg chg="mod">
          <ac:chgData name="Fien Spriet" userId="28c6bad0-c7dd-4315-9906-c1a71a1827bd" providerId="ADAL" clId="{52297510-C13E-4D93-8633-50B50DCAD117}" dt="2023-11-16T11:24:36.998" v="110" actId="962"/>
          <ac:spMkLst>
            <pc:docMk/>
            <pc:sldMk cId="2649753759" sldId="888"/>
            <ac:spMk id="23" creationId="{27D6F2B0-724D-A931-B49C-C1402E496D1A}"/>
          </ac:spMkLst>
        </pc:spChg>
        <pc:spChg chg="mod">
          <ac:chgData name="Fien Spriet" userId="28c6bad0-c7dd-4315-9906-c1a71a1827bd" providerId="ADAL" clId="{52297510-C13E-4D93-8633-50B50DCAD117}" dt="2023-11-16T11:24:43.900" v="112" actId="962"/>
          <ac:spMkLst>
            <pc:docMk/>
            <pc:sldMk cId="2649753759" sldId="888"/>
            <ac:spMk id="26" creationId="{C8F0C194-D21E-842E-F890-8AB5A4FC60DB}"/>
          </ac:spMkLst>
        </pc:spChg>
        <pc:spChg chg="add mod">
          <ac:chgData name="Fien Spriet" userId="28c6bad0-c7dd-4315-9906-c1a71a1827bd" providerId="ADAL" clId="{52297510-C13E-4D93-8633-50B50DCAD117}" dt="2023-11-16T11:34:55.262" v="196" actId="20577"/>
          <ac:spMkLst>
            <pc:docMk/>
            <pc:sldMk cId="2649753759" sldId="888"/>
            <ac:spMk id="29" creationId="{1725669B-415F-B4C4-B3B9-632EFDA3134E}"/>
          </ac:spMkLst>
        </pc:spChg>
        <pc:spChg chg="add mod">
          <ac:chgData name="Fien Spriet" userId="28c6bad0-c7dd-4315-9906-c1a71a1827bd" providerId="ADAL" clId="{52297510-C13E-4D93-8633-50B50DCAD117}" dt="2023-11-16T14:39:30.546" v="384" actId="1035"/>
          <ac:spMkLst>
            <pc:docMk/>
            <pc:sldMk cId="2649753759" sldId="888"/>
            <ac:spMk id="30" creationId="{14C925DC-5172-3290-9B17-B756916F8A4F}"/>
          </ac:spMkLst>
        </pc:spChg>
        <pc:spChg chg="add mod">
          <ac:chgData name="Fien Spriet" userId="28c6bad0-c7dd-4315-9906-c1a71a1827bd" providerId="ADAL" clId="{52297510-C13E-4D93-8633-50B50DCAD117}" dt="2023-11-16T11:34:31.250" v="184" actId="962"/>
          <ac:spMkLst>
            <pc:docMk/>
            <pc:sldMk cId="2649753759" sldId="888"/>
            <ac:spMk id="31" creationId="{3028022B-42E5-404C-99AF-03FEBB5A73D0}"/>
          </ac:spMkLst>
        </pc:spChg>
        <pc:spChg chg="add mod modVis">
          <ac:chgData name="Fien Spriet" userId="28c6bad0-c7dd-4315-9906-c1a71a1827bd" providerId="ADAL" clId="{52297510-C13E-4D93-8633-50B50DCAD117}" dt="2023-11-16T11:39:39.996" v="218" actId="14429"/>
          <ac:spMkLst>
            <pc:docMk/>
            <pc:sldMk cId="2649753759" sldId="888"/>
            <ac:spMk id="32" creationId="{E76D8904-E36D-3A36-3258-D4055B96647A}"/>
          </ac:spMkLst>
        </pc:spChg>
        <pc:spChg chg="add mod">
          <ac:chgData name="Fien Spriet" userId="28c6bad0-c7dd-4315-9906-c1a71a1827bd" providerId="ADAL" clId="{52297510-C13E-4D93-8633-50B50DCAD117}" dt="2023-11-16T11:38:08.069" v="215" actId="962"/>
          <ac:spMkLst>
            <pc:docMk/>
            <pc:sldMk cId="2649753759" sldId="888"/>
            <ac:spMk id="33" creationId="{A3415EDF-BCA1-EA37-C276-110A0E5C807C}"/>
          </ac:spMkLst>
        </pc:spChg>
        <pc:spChg chg="mod">
          <ac:chgData name="Fien Spriet" userId="28c6bad0-c7dd-4315-9906-c1a71a1827bd" providerId="ADAL" clId="{52297510-C13E-4D93-8633-50B50DCAD117}" dt="2023-11-16T14:29:31.476" v="347" actId="20577"/>
          <ac:spMkLst>
            <pc:docMk/>
            <pc:sldMk cId="2649753759" sldId="888"/>
            <ac:spMk id="44" creationId="{C3D76621-C313-7A54-25CA-04036C0730CD}"/>
          </ac:spMkLst>
        </pc:spChg>
        <pc:spChg chg="mod">
          <ac:chgData name="Fien Spriet" userId="28c6bad0-c7dd-4315-9906-c1a71a1827bd" providerId="ADAL" clId="{52297510-C13E-4D93-8633-50B50DCAD117}" dt="2023-11-16T14:28:03.746" v="302" actId="1076"/>
          <ac:spMkLst>
            <pc:docMk/>
            <pc:sldMk cId="2649753759" sldId="888"/>
            <ac:spMk id="49" creationId="{5E3E0B73-2CDD-9159-432D-D9B0B693641B}"/>
          </ac:spMkLst>
        </pc:spChg>
        <pc:spChg chg="del">
          <ac:chgData name="Fien Spriet" userId="28c6bad0-c7dd-4315-9906-c1a71a1827bd" providerId="ADAL" clId="{52297510-C13E-4D93-8633-50B50DCAD117}" dt="2023-11-16T11:26:33.049" v="125" actId="478"/>
          <ac:spMkLst>
            <pc:docMk/>
            <pc:sldMk cId="2649753759" sldId="888"/>
            <ac:spMk id="56" creationId="{80575DC4-0135-B65B-4683-D901F80BEDB9}"/>
          </ac:spMkLst>
        </pc:spChg>
        <pc:picChg chg="del">
          <ac:chgData name="Fien Spriet" userId="28c6bad0-c7dd-4315-9906-c1a71a1827bd" providerId="ADAL" clId="{52297510-C13E-4D93-8633-50B50DCAD117}" dt="2023-11-16T11:26:27.070" v="120" actId="478"/>
          <ac:picMkLst>
            <pc:docMk/>
            <pc:sldMk cId="2649753759" sldId="888"/>
            <ac:picMk id="2" creationId="{ACAEE13D-E273-91D7-AC91-4B04AB6D1AC8}"/>
          </ac:picMkLst>
        </pc:picChg>
        <pc:picChg chg="mod ord modVis">
          <ac:chgData name="Fien Spriet" userId="28c6bad0-c7dd-4315-9906-c1a71a1827bd" providerId="ADAL" clId="{52297510-C13E-4D93-8633-50B50DCAD117}" dt="2023-11-16T14:21:42.973" v="280" actId="13244"/>
          <ac:picMkLst>
            <pc:docMk/>
            <pc:sldMk cId="2649753759" sldId="888"/>
            <ac:picMk id="7" creationId="{687C2C78-153E-AF94-A1C7-76B52DCECD1C}"/>
          </ac:picMkLst>
        </pc:picChg>
        <pc:picChg chg="del mod modVis">
          <ac:chgData name="Fien Spriet" userId="28c6bad0-c7dd-4315-9906-c1a71a1827bd" providerId="ADAL" clId="{52297510-C13E-4D93-8633-50B50DCAD117}" dt="2023-11-16T11:31:08.547" v="161" actId="478"/>
          <ac:picMkLst>
            <pc:docMk/>
            <pc:sldMk cId="2649753759" sldId="888"/>
            <ac:picMk id="9" creationId="{203C42CC-4363-E3B0-52A0-F482B7A29AE0}"/>
          </ac:picMkLst>
        </pc:picChg>
        <pc:picChg chg="del mod modVis">
          <ac:chgData name="Fien Spriet" userId="28c6bad0-c7dd-4315-9906-c1a71a1827bd" providerId="ADAL" clId="{52297510-C13E-4D93-8633-50B50DCAD117}" dt="2023-11-16T11:31:06.829" v="160" actId="478"/>
          <ac:picMkLst>
            <pc:docMk/>
            <pc:sldMk cId="2649753759" sldId="888"/>
            <ac:picMk id="20" creationId="{5DE5B294-11E3-F46B-D0BA-AEF2603DB483}"/>
          </ac:picMkLst>
        </pc:picChg>
        <pc:picChg chg="del mod modVis">
          <ac:chgData name="Fien Spriet" userId="28c6bad0-c7dd-4315-9906-c1a71a1827bd" providerId="ADAL" clId="{52297510-C13E-4D93-8633-50B50DCAD117}" dt="2023-11-16T11:31:05.558" v="159" actId="478"/>
          <ac:picMkLst>
            <pc:docMk/>
            <pc:sldMk cId="2649753759" sldId="888"/>
            <ac:picMk id="24" creationId="{9F94F3BA-D1AB-4555-D963-C40E9F1D2A30}"/>
          </ac:picMkLst>
        </pc:picChg>
        <pc:picChg chg="add mod ord modVis">
          <ac:chgData name="Fien Spriet" userId="28c6bad0-c7dd-4315-9906-c1a71a1827bd" providerId="ADAL" clId="{52297510-C13E-4D93-8633-50B50DCAD117}" dt="2023-11-16T14:21:40.158" v="279" actId="13244"/>
          <ac:picMkLst>
            <pc:docMk/>
            <pc:sldMk cId="2649753759" sldId="888"/>
            <ac:picMk id="25" creationId="{83AFD9CF-061A-D581-1B27-CF35FE10E1B3}"/>
          </ac:picMkLst>
        </pc:picChg>
        <pc:picChg chg="add mod modVis">
          <ac:chgData name="Fien Spriet" userId="28c6bad0-c7dd-4315-9906-c1a71a1827bd" providerId="ADAL" clId="{52297510-C13E-4D93-8633-50B50DCAD117}" dt="2023-11-16T14:22:21.430" v="281" actId="14429"/>
          <ac:picMkLst>
            <pc:docMk/>
            <pc:sldMk cId="2649753759" sldId="888"/>
            <ac:picMk id="36" creationId="{B57E35DC-1CEF-448C-C808-5A2F17E23AFD}"/>
          </ac:picMkLst>
        </pc:picChg>
        <pc:picChg chg="add mod modVis">
          <ac:chgData name="Fien Spriet" userId="28c6bad0-c7dd-4315-9906-c1a71a1827bd" providerId="ADAL" clId="{52297510-C13E-4D93-8633-50B50DCAD117}" dt="2023-11-16T14:22:25.782" v="282" actId="14429"/>
          <ac:picMkLst>
            <pc:docMk/>
            <pc:sldMk cId="2649753759" sldId="888"/>
            <ac:picMk id="38" creationId="{D43E8429-D5EB-65A9-DB0E-836ABA94A2EA}"/>
          </ac:picMkLst>
        </pc:picChg>
        <pc:picChg chg="add mod modVis">
          <ac:chgData name="Fien Spriet" userId="28c6bad0-c7dd-4315-9906-c1a71a1827bd" providerId="ADAL" clId="{52297510-C13E-4D93-8633-50B50DCAD117}" dt="2023-11-16T14:22:37.219" v="283" actId="14429"/>
          <ac:picMkLst>
            <pc:docMk/>
            <pc:sldMk cId="2649753759" sldId="888"/>
            <ac:picMk id="40" creationId="{28BE935C-17C7-D328-FF17-75A22664D409}"/>
          </ac:picMkLst>
        </pc:picChg>
        <pc:picChg chg="add mod modVis">
          <ac:chgData name="Fien Spriet" userId="28c6bad0-c7dd-4315-9906-c1a71a1827bd" providerId="ADAL" clId="{52297510-C13E-4D93-8633-50B50DCAD117}" dt="2023-11-16T14:39:23.027" v="379" actId="1038"/>
          <ac:picMkLst>
            <pc:docMk/>
            <pc:sldMk cId="2649753759" sldId="888"/>
            <ac:picMk id="42" creationId="{8B2CB29D-6F32-58E3-8B5B-13E5A15DC26D}"/>
          </ac:picMkLst>
        </pc:picChg>
        <pc:picChg chg="add mod modVis">
          <ac:chgData name="Fien Spriet" userId="28c6bad0-c7dd-4315-9906-c1a71a1827bd" providerId="ADAL" clId="{52297510-C13E-4D93-8633-50B50DCAD117}" dt="2023-11-16T14:39:59.500" v="385" actId="14429"/>
          <ac:picMkLst>
            <pc:docMk/>
            <pc:sldMk cId="2649753759" sldId="888"/>
            <ac:picMk id="45" creationId="{3BE68060-0D08-93B2-86A2-874DDF496E8C}"/>
          </ac:picMkLst>
        </pc:picChg>
        <pc:picChg chg="add mod modVis">
          <ac:chgData name="Fien Spriet" userId="28c6bad0-c7dd-4315-9906-c1a71a1827bd" providerId="ADAL" clId="{52297510-C13E-4D93-8633-50B50DCAD117}" dt="2023-11-16T14:40:00.190" v="386" actId="14429"/>
          <ac:picMkLst>
            <pc:docMk/>
            <pc:sldMk cId="2649753759" sldId="888"/>
            <ac:picMk id="47" creationId="{753D26B7-3C05-BB28-C501-627D5356D331}"/>
          </ac:picMkLst>
        </pc:picChg>
        <pc:picChg chg="add mod modVis">
          <ac:chgData name="Fien Spriet" userId="28c6bad0-c7dd-4315-9906-c1a71a1827bd" providerId="ADAL" clId="{52297510-C13E-4D93-8633-50B50DCAD117}" dt="2023-11-16T14:40:00.532" v="387" actId="14429"/>
          <ac:picMkLst>
            <pc:docMk/>
            <pc:sldMk cId="2649753759" sldId="888"/>
            <ac:picMk id="59" creationId="{345AB93F-CE53-2394-49EE-DA2C8E3368C4}"/>
          </ac:picMkLst>
        </pc:picChg>
        <pc:picChg chg="add del mod">
          <ac:chgData name="Fien Spriet" userId="28c6bad0-c7dd-4315-9906-c1a71a1827bd" providerId="ADAL" clId="{52297510-C13E-4D93-8633-50B50DCAD117}" dt="2023-11-16T14:36:05.971" v="359" actId="931"/>
          <ac:picMkLst>
            <pc:docMk/>
            <pc:sldMk cId="2649753759" sldId="888"/>
            <ac:picMk id="61" creationId="{84198FEE-DAF2-33DF-3ED0-12DFFC11BE15}"/>
          </ac:picMkLst>
        </pc:picChg>
        <pc:picChg chg="add mod modVis">
          <ac:chgData name="Fien Spriet" userId="28c6bad0-c7dd-4315-9906-c1a71a1827bd" providerId="ADAL" clId="{52297510-C13E-4D93-8633-50B50DCAD117}" dt="2023-11-16T14:40:01.096" v="388" actId="14429"/>
          <ac:picMkLst>
            <pc:docMk/>
            <pc:sldMk cId="2649753759" sldId="888"/>
            <ac:picMk id="63" creationId="{55945529-D460-004E-2E01-612BFF941D3E}"/>
          </ac:picMkLst>
        </pc:picChg>
        <pc:picChg chg="add mod modVis">
          <ac:chgData name="Fien Spriet" userId="28c6bad0-c7dd-4315-9906-c1a71a1827bd" providerId="ADAL" clId="{52297510-C13E-4D93-8633-50B50DCAD117}" dt="2023-11-16T14:40:01.834" v="389" actId="14429"/>
          <ac:picMkLst>
            <pc:docMk/>
            <pc:sldMk cId="2649753759" sldId="888"/>
            <ac:picMk id="65" creationId="{64D74130-2CF0-AE92-B69A-F92B340EA0F7}"/>
          </ac:picMkLst>
        </pc:picChg>
        <pc:cxnChg chg="mod">
          <ac:chgData name="Fien Spriet" userId="28c6bad0-c7dd-4315-9906-c1a71a1827bd" providerId="ADAL" clId="{52297510-C13E-4D93-8633-50B50DCAD117}" dt="2023-11-16T11:24:40.022" v="111" actId="962"/>
          <ac:cxnSpMkLst>
            <pc:docMk/>
            <pc:sldMk cId="2649753759" sldId="888"/>
            <ac:cxnSpMk id="27" creationId="{EF71964E-F727-56C0-4E77-433B8E4D3D5B}"/>
          </ac:cxnSpMkLst>
        </pc:cxnChg>
        <pc:cxnChg chg="mod">
          <ac:chgData name="Fien Spriet" userId="28c6bad0-c7dd-4315-9906-c1a71a1827bd" providerId="ADAL" clId="{52297510-C13E-4D93-8633-50B50DCAD117}" dt="2023-11-16T11:29:14.195" v="141" actId="478"/>
          <ac:cxnSpMkLst>
            <pc:docMk/>
            <pc:sldMk cId="2649753759" sldId="888"/>
            <ac:cxnSpMk id="28" creationId="{0494C9B8-7C92-936B-DCD9-6D61DC421D2E}"/>
          </ac:cxnSpMkLst>
        </pc:cxnChg>
        <pc:cxnChg chg="mod">
          <ac:chgData name="Fien Spriet" userId="28c6bad0-c7dd-4315-9906-c1a71a1827bd" providerId="ADAL" clId="{52297510-C13E-4D93-8633-50B50DCAD117}" dt="2023-11-16T14:28:08.867" v="303" actId="14100"/>
          <ac:cxnSpMkLst>
            <pc:docMk/>
            <pc:sldMk cId="2649753759" sldId="888"/>
            <ac:cxnSpMk id="50" creationId="{F0F68D83-3386-3C50-D300-C8695F2851E1}"/>
          </ac:cxnSpMkLst>
        </pc:cxnChg>
        <pc:cxnChg chg="mod">
          <ac:chgData name="Fien Spriet" userId="28c6bad0-c7dd-4315-9906-c1a71a1827bd" providerId="ADAL" clId="{52297510-C13E-4D93-8633-50B50DCAD117}" dt="2023-11-16T14:28:03.746" v="302" actId="1076"/>
          <ac:cxnSpMkLst>
            <pc:docMk/>
            <pc:sldMk cId="2649753759" sldId="888"/>
            <ac:cxnSpMk id="51" creationId="{D8BF7743-D43F-EF2F-F74C-2222E2BBEAC4}"/>
          </ac:cxnSpMkLst>
        </pc:cxnChg>
      </pc:sldChg>
      <pc:sldChg chg="addSp modSp add mod ord modAnim">
        <pc:chgData name="Fien Spriet" userId="28c6bad0-c7dd-4315-9906-c1a71a1827bd" providerId="ADAL" clId="{52297510-C13E-4D93-8633-50B50DCAD117}" dt="2023-11-16T14:43:49.414" v="458"/>
        <pc:sldMkLst>
          <pc:docMk/>
          <pc:sldMk cId="2538041777" sldId="889"/>
        </pc:sldMkLst>
        <pc:spChg chg="add mod">
          <ac:chgData name="Fien Spriet" userId="28c6bad0-c7dd-4315-9906-c1a71a1827bd" providerId="ADAL" clId="{52297510-C13E-4D93-8633-50B50DCAD117}" dt="2023-11-16T14:42:06.731" v="400" actId="1076"/>
          <ac:spMkLst>
            <pc:docMk/>
            <pc:sldMk cId="2538041777" sldId="889"/>
            <ac:spMk id="4" creationId="{57555D8C-D27C-34B2-B117-51892D7C5A88}"/>
          </ac:spMkLst>
        </pc:spChg>
        <pc:spChg chg="add mod">
          <ac:chgData name="Fien Spriet" userId="28c6bad0-c7dd-4315-9906-c1a71a1827bd" providerId="ADAL" clId="{52297510-C13E-4D93-8633-50B50DCAD117}" dt="2023-11-16T14:42:19.940" v="405" actId="14100"/>
          <ac:spMkLst>
            <pc:docMk/>
            <pc:sldMk cId="2538041777" sldId="889"/>
            <ac:spMk id="5" creationId="{4E84856F-D7DB-D11F-A721-0E44E4D2F617}"/>
          </ac:spMkLst>
        </pc:spChg>
        <pc:spChg chg="mod">
          <ac:chgData name="Fien Spriet" userId="28c6bad0-c7dd-4315-9906-c1a71a1827bd" providerId="ADAL" clId="{52297510-C13E-4D93-8633-50B50DCAD117}" dt="2023-11-16T14:42:58.093" v="451" actId="14100"/>
          <ac:spMkLst>
            <pc:docMk/>
            <pc:sldMk cId="2538041777" sldId="889"/>
            <ac:spMk id="23" creationId="{27D6F2B0-724D-A931-B49C-C1402E496D1A}"/>
          </ac:spMkLst>
        </pc:spChg>
        <pc:picChg chg="mod">
          <ac:chgData name="Fien Spriet" userId="28c6bad0-c7dd-4315-9906-c1a71a1827bd" providerId="ADAL" clId="{52297510-C13E-4D93-8633-50B50DCAD117}" dt="2023-11-16T14:42:12.546" v="403" actId="1076"/>
          <ac:picMkLst>
            <pc:docMk/>
            <pc:sldMk cId="2538041777" sldId="889"/>
            <ac:picMk id="2" creationId="{05FB620F-A67B-2648-4C30-DFEF02A689DF}"/>
          </ac:picMkLst>
        </pc:picChg>
        <pc:cxnChg chg="mod">
          <ac:chgData name="Fien Spriet" userId="28c6bad0-c7dd-4315-9906-c1a71a1827bd" providerId="ADAL" clId="{52297510-C13E-4D93-8633-50B50DCAD117}" dt="2023-11-16T14:42:58.093" v="451" actId="14100"/>
          <ac:cxnSpMkLst>
            <pc:docMk/>
            <pc:sldMk cId="2538041777" sldId="889"/>
            <ac:cxnSpMk id="25" creationId="{8FBBBF15-60A0-F8F2-055B-F8018309A248}"/>
          </ac:cxnSpMkLst>
        </pc:cxnChg>
      </pc:sldChg>
      <pc:sldChg chg="addSp delSp modSp add mod delAnim modAnim">
        <pc:chgData name="Fien Spriet" userId="28c6bad0-c7dd-4315-9906-c1a71a1827bd" providerId="ADAL" clId="{52297510-C13E-4D93-8633-50B50DCAD117}" dt="2023-11-16T14:58:40.114" v="682" actId="14429"/>
        <pc:sldMkLst>
          <pc:docMk/>
          <pc:sldMk cId="3668848805" sldId="890"/>
        </pc:sldMkLst>
        <pc:spChg chg="add mod">
          <ac:chgData name="Fien Spriet" userId="28c6bad0-c7dd-4315-9906-c1a71a1827bd" providerId="ADAL" clId="{52297510-C13E-4D93-8633-50B50DCAD117}" dt="2023-11-16T14:52:59.906" v="603" actId="1076"/>
          <ac:spMkLst>
            <pc:docMk/>
            <pc:sldMk cId="3668848805" sldId="890"/>
            <ac:spMk id="6" creationId="{E1638E38-777E-C5D1-80D3-E5E3A0159061}"/>
          </ac:spMkLst>
        </pc:spChg>
        <pc:spChg chg="mod">
          <ac:chgData name="Fien Spriet" userId="28c6bad0-c7dd-4315-9906-c1a71a1827bd" providerId="ADAL" clId="{52297510-C13E-4D93-8633-50B50DCAD117}" dt="2023-11-16T14:44:21.383" v="464" actId="14100"/>
          <ac:spMkLst>
            <pc:docMk/>
            <pc:sldMk cId="3668848805" sldId="890"/>
            <ac:spMk id="23" creationId="{27D6F2B0-724D-A931-B49C-C1402E496D1A}"/>
          </ac:spMkLst>
        </pc:spChg>
        <pc:spChg chg="mod">
          <ac:chgData name="Fien Spriet" userId="28c6bad0-c7dd-4315-9906-c1a71a1827bd" providerId="ADAL" clId="{52297510-C13E-4D93-8633-50B50DCAD117}" dt="2023-11-16T14:44:41.492" v="470" actId="20577"/>
          <ac:spMkLst>
            <pc:docMk/>
            <pc:sldMk cId="3668848805" sldId="890"/>
            <ac:spMk id="26" creationId="{C8F0C194-D21E-842E-F890-8AB5A4FC60DB}"/>
          </ac:spMkLst>
        </pc:spChg>
        <pc:spChg chg="mod">
          <ac:chgData name="Fien Spriet" userId="28c6bad0-c7dd-4315-9906-c1a71a1827bd" providerId="ADAL" clId="{52297510-C13E-4D93-8633-50B50DCAD117}" dt="2023-11-16T14:52:34.121" v="598" actId="20577"/>
          <ac:spMkLst>
            <pc:docMk/>
            <pc:sldMk cId="3668848805" sldId="890"/>
            <ac:spMk id="29" creationId="{1725669B-415F-B4C4-B3B9-632EFDA3134E}"/>
          </ac:spMkLst>
        </pc:spChg>
        <pc:spChg chg="del">
          <ac:chgData name="Fien Spriet" userId="28c6bad0-c7dd-4315-9906-c1a71a1827bd" providerId="ADAL" clId="{52297510-C13E-4D93-8633-50B50DCAD117}" dt="2023-11-16T14:46:44.070" v="492" actId="478"/>
          <ac:spMkLst>
            <pc:docMk/>
            <pc:sldMk cId="3668848805" sldId="890"/>
            <ac:spMk id="30" creationId="{14C925DC-5172-3290-9B17-B756916F8A4F}"/>
          </ac:spMkLst>
        </pc:spChg>
        <pc:spChg chg="del">
          <ac:chgData name="Fien Spriet" userId="28c6bad0-c7dd-4315-9906-c1a71a1827bd" providerId="ADAL" clId="{52297510-C13E-4D93-8633-50B50DCAD117}" dt="2023-11-16T14:46:42.383" v="491" actId="478"/>
          <ac:spMkLst>
            <pc:docMk/>
            <pc:sldMk cId="3668848805" sldId="890"/>
            <ac:spMk id="31" creationId="{3028022B-42E5-404C-99AF-03FEBB5A73D0}"/>
          </ac:spMkLst>
        </pc:spChg>
        <pc:spChg chg="del">
          <ac:chgData name="Fien Spriet" userId="28c6bad0-c7dd-4315-9906-c1a71a1827bd" providerId="ADAL" clId="{52297510-C13E-4D93-8633-50B50DCAD117}" dt="2023-11-16T14:46:37.386" v="489" actId="478"/>
          <ac:spMkLst>
            <pc:docMk/>
            <pc:sldMk cId="3668848805" sldId="890"/>
            <ac:spMk id="32" creationId="{E76D8904-E36D-3A36-3258-D4055B96647A}"/>
          </ac:spMkLst>
        </pc:spChg>
        <pc:spChg chg="del">
          <ac:chgData name="Fien Spriet" userId="28c6bad0-c7dd-4315-9906-c1a71a1827bd" providerId="ADAL" clId="{52297510-C13E-4D93-8633-50B50DCAD117}" dt="2023-11-16T14:46:38.825" v="490" actId="478"/>
          <ac:spMkLst>
            <pc:docMk/>
            <pc:sldMk cId="3668848805" sldId="890"/>
            <ac:spMk id="33" creationId="{A3415EDF-BCA1-EA37-C276-110A0E5C807C}"/>
          </ac:spMkLst>
        </pc:spChg>
        <pc:spChg chg="mod">
          <ac:chgData name="Fien Spriet" userId="28c6bad0-c7dd-4315-9906-c1a71a1827bd" providerId="ADAL" clId="{52297510-C13E-4D93-8633-50B50DCAD117}" dt="2023-11-16T14:53:18.157" v="630" actId="20577"/>
          <ac:spMkLst>
            <pc:docMk/>
            <pc:sldMk cId="3668848805" sldId="890"/>
            <ac:spMk id="49" creationId="{5E3E0B73-2CDD-9159-432D-D9B0B693641B}"/>
          </ac:spMkLst>
        </pc:spChg>
        <pc:picChg chg="del">
          <ac:chgData name="Fien Spriet" userId="28c6bad0-c7dd-4315-9906-c1a71a1827bd" providerId="ADAL" clId="{52297510-C13E-4D93-8633-50B50DCAD117}" dt="2023-11-16T14:45:33.450" v="480" actId="478"/>
          <ac:picMkLst>
            <pc:docMk/>
            <pc:sldMk cId="3668848805" sldId="890"/>
            <ac:picMk id="7" creationId="{687C2C78-153E-AF94-A1C7-76B52DCECD1C}"/>
          </ac:picMkLst>
        </pc:picChg>
        <pc:picChg chg="add mod ord modVis">
          <ac:chgData name="Fien Spriet" userId="28c6bad0-c7dd-4315-9906-c1a71a1827bd" providerId="ADAL" clId="{52297510-C13E-4D93-8633-50B50DCAD117}" dt="2023-11-16T14:58:27.260" v="678" actId="14100"/>
          <ac:picMkLst>
            <pc:docMk/>
            <pc:sldMk cId="3668848805" sldId="890"/>
            <ac:picMk id="8" creationId="{0B0F9555-366E-58E1-4D52-6CDBA0802036}"/>
          </ac:picMkLst>
        </pc:picChg>
        <pc:picChg chg="mod modVis">
          <ac:chgData name="Fien Spriet" userId="28c6bad0-c7dd-4315-9906-c1a71a1827bd" providerId="ADAL" clId="{52297510-C13E-4D93-8633-50B50DCAD117}" dt="2023-11-16T14:58:18.378" v="675" actId="14429"/>
          <ac:picMkLst>
            <pc:docMk/>
            <pc:sldMk cId="3668848805" sldId="890"/>
            <ac:picMk id="25" creationId="{83AFD9CF-061A-D581-1B27-CF35FE10E1B3}"/>
          </ac:picMkLst>
        </pc:picChg>
        <pc:picChg chg="mod modVis">
          <ac:chgData name="Fien Spriet" userId="28c6bad0-c7dd-4315-9906-c1a71a1827bd" providerId="ADAL" clId="{52297510-C13E-4D93-8633-50B50DCAD117}" dt="2023-11-16T14:58:38.892" v="679" actId="14429"/>
          <ac:picMkLst>
            <pc:docMk/>
            <pc:sldMk cId="3668848805" sldId="890"/>
            <ac:picMk id="36" creationId="{B57E35DC-1CEF-448C-C808-5A2F17E23AFD}"/>
          </ac:picMkLst>
        </pc:picChg>
        <pc:picChg chg="mod modVis">
          <ac:chgData name="Fien Spriet" userId="28c6bad0-c7dd-4315-9906-c1a71a1827bd" providerId="ADAL" clId="{52297510-C13E-4D93-8633-50B50DCAD117}" dt="2023-11-16T14:58:39.242" v="680" actId="14429"/>
          <ac:picMkLst>
            <pc:docMk/>
            <pc:sldMk cId="3668848805" sldId="890"/>
            <ac:picMk id="38" creationId="{D43E8429-D5EB-65A9-DB0E-836ABA94A2EA}"/>
          </ac:picMkLst>
        </pc:picChg>
        <pc:picChg chg="del mod modVis">
          <ac:chgData name="Fien Spriet" userId="28c6bad0-c7dd-4315-9906-c1a71a1827bd" providerId="ADAL" clId="{52297510-C13E-4D93-8633-50B50DCAD117}" dt="2023-11-16T14:54:05.712" v="638" actId="478"/>
          <ac:picMkLst>
            <pc:docMk/>
            <pc:sldMk cId="3668848805" sldId="890"/>
            <ac:picMk id="40" creationId="{28BE935C-17C7-D328-FF17-75A22664D409}"/>
          </ac:picMkLst>
        </pc:picChg>
        <pc:picChg chg="del mod modVis">
          <ac:chgData name="Fien Spriet" userId="28c6bad0-c7dd-4315-9906-c1a71a1827bd" providerId="ADAL" clId="{52297510-C13E-4D93-8633-50B50DCAD117}" dt="2023-11-16T14:54:04.783" v="637" actId="478"/>
          <ac:picMkLst>
            <pc:docMk/>
            <pc:sldMk cId="3668848805" sldId="890"/>
            <ac:picMk id="42" creationId="{8B2CB29D-6F32-58E3-8B5B-13E5A15DC26D}"/>
          </ac:picMkLst>
        </pc:picChg>
        <pc:picChg chg="del mod modVis">
          <ac:chgData name="Fien Spriet" userId="28c6bad0-c7dd-4315-9906-c1a71a1827bd" providerId="ADAL" clId="{52297510-C13E-4D93-8633-50B50DCAD117}" dt="2023-11-16T14:54:02.826" v="635" actId="478"/>
          <ac:picMkLst>
            <pc:docMk/>
            <pc:sldMk cId="3668848805" sldId="890"/>
            <ac:picMk id="45" creationId="{3BE68060-0D08-93B2-86A2-874DDF496E8C}"/>
          </ac:picMkLst>
        </pc:picChg>
        <pc:picChg chg="del mod modVis">
          <ac:chgData name="Fien Spriet" userId="28c6bad0-c7dd-4315-9906-c1a71a1827bd" providerId="ADAL" clId="{52297510-C13E-4D93-8633-50B50DCAD117}" dt="2023-11-16T14:54:03.929" v="636" actId="478"/>
          <ac:picMkLst>
            <pc:docMk/>
            <pc:sldMk cId="3668848805" sldId="890"/>
            <ac:picMk id="47" creationId="{753D26B7-3C05-BB28-C501-627D5356D331}"/>
          </ac:picMkLst>
        </pc:picChg>
        <pc:picChg chg="mod modVis">
          <ac:chgData name="Fien Spriet" userId="28c6bad0-c7dd-4315-9906-c1a71a1827bd" providerId="ADAL" clId="{52297510-C13E-4D93-8633-50B50DCAD117}" dt="2023-11-16T14:58:39.748" v="681" actId="14429"/>
          <ac:picMkLst>
            <pc:docMk/>
            <pc:sldMk cId="3668848805" sldId="890"/>
            <ac:picMk id="59" creationId="{345AB93F-CE53-2394-49EE-DA2C8E3368C4}"/>
          </ac:picMkLst>
        </pc:picChg>
        <pc:picChg chg="mod modVis">
          <ac:chgData name="Fien Spriet" userId="28c6bad0-c7dd-4315-9906-c1a71a1827bd" providerId="ADAL" clId="{52297510-C13E-4D93-8633-50B50DCAD117}" dt="2023-11-16T14:58:40.114" v="682" actId="14429"/>
          <ac:picMkLst>
            <pc:docMk/>
            <pc:sldMk cId="3668848805" sldId="890"/>
            <ac:picMk id="63" creationId="{55945529-D460-004E-2E01-612BFF941D3E}"/>
          </ac:picMkLst>
        </pc:picChg>
        <pc:picChg chg="del mod modVis">
          <ac:chgData name="Fien Spriet" userId="28c6bad0-c7dd-4315-9906-c1a71a1827bd" providerId="ADAL" clId="{52297510-C13E-4D93-8633-50B50DCAD117}" dt="2023-11-16T14:56:01.950" v="648" actId="478"/>
          <ac:picMkLst>
            <pc:docMk/>
            <pc:sldMk cId="3668848805" sldId="890"/>
            <ac:picMk id="65" creationId="{64D74130-2CF0-AE92-B69A-F92B340EA0F7}"/>
          </ac:picMkLst>
        </pc:picChg>
        <pc:cxnChg chg="mod">
          <ac:chgData name="Fien Spriet" userId="28c6bad0-c7dd-4315-9906-c1a71a1827bd" providerId="ADAL" clId="{52297510-C13E-4D93-8633-50B50DCAD117}" dt="2023-11-16T14:44:29.028" v="465" actId="14100"/>
          <ac:cxnSpMkLst>
            <pc:docMk/>
            <pc:sldMk cId="3668848805" sldId="890"/>
            <ac:cxnSpMk id="27" creationId="{EF71964E-F727-56C0-4E77-433B8E4D3D5B}"/>
          </ac:cxnSpMkLst>
        </pc:cxnChg>
        <pc:cxnChg chg="mod">
          <ac:chgData name="Fien Spriet" userId="28c6bad0-c7dd-4315-9906-c1a71a1827bd" providerId="ADAL" clId="{52297510-C13E-4D93-8633-50B50DCAD117}" dt="2023-11-16T14:47:17.822" v="547" actId="1076"/>
          <ac:cxnSpMkLst>
            <pc:docMk/>
            <pc:sldMk cId="3668848805" sldId="890"/>
            <ac:cxnSpMk id="28" creationId="{0494C9B8-7C92-936B-DCD9-6D61DC421D2E}"/>
          </ac:cxnSpMkLst>
        </pc:cxnChg>
        <pc:cxnChg chg="mod">
          <ac:chgData name="Fien Spriet" userId="28c6bad0-c7dd-4315-9906-c1a71a1827bd" providerId="ADAL" clId="{52297510-C13E-4D93-8633-50B50DCAD117}" dt="2023-11-16T14:52:48.656" v="601" actId="14100"/>
          <ac:cxnSpMkLst>
            <pc:docMk/>
            <pc:sldMk cId="3668848805" sldId="890"/>
            <ac:cxnSpMk id="50" creationId="{F0F68D83-3386-3C50-D300-C8695F2851E1}"/>
          </ac:cxnSpMkLst>
        </pc:cxnChg>
      </pc:sldChg>
      <pc:sldChg chg="addSp modSp add mod ord modAnim">
        <pc:chgData name="Fien Spriet" userId="28c6bad0-c7dd-4315-9906-c1a71a1827bd" providerId="ADAL" clId="{52297510-C13E-4D93-8633-50B50DCAD117}" dt="2023-11-16T15:13:25.342" v="819" actId="20577"/>
        <pc:sldMkLst>
          <pc:docMk/>
          <pc:sldMk cId="3831086487" sldId="891"/>
        </pc:sldMkLst>
        <pc:spChg chg="add mod">
          <ac:chgData name="Fien Spriet" userId="28c6bad0-c7dd-4315-9906-c1a71a1827bd" providerId="ADAL" clId="{52297510-C13E-4D93-8633-50B50DCAD117}" dt="2023-11-16T15:11:26.198" v="688" actId="1076"/>
          <ac:spMkLst>
            <pc:docMk/>
            <pc:sldMk cId="3831086487" sldId="891"/>
            <ac:spMk id="3" creationId="{04419118-6592-B82A-EF74-85D162C9E293}"/>
          </ac:spMkLst>
        </pc:spChg>
        <pc:spChg chg="add mod">
          <ac:chgData name="Fien Spriet" userId="28c6bad0-c7dd-4315-9906-c1a71a1827bd" providerId="ADAL" clId="{52297510-C13E-4D93-8633-50B50DCAD117}" dt="2023-11-16T15:12:20.640" v="695" actId="208"/>
          <ac:spMkLst>
            <pc:docMk/>
            <pc:sldMk cId="3831086487" sldId="891"/>
            <ac:spMk id="6" creationId="{103F79CB-B2F3-94C9-3DA7-991C2D8801CB}"/>
          </ac:spMkLst>
        </pc:spChg>
        <pc:spChg chg="mod">
          <ac:chgData name="Fien Spriet" userId="28c6bad0-c7dd-4315-9906-c1a71a1827bd" providerId="ADAL" clId="{52297510-C13E-4D93-8633-50B50DCAD117}" dt="2023-11-16T15:13:25.342" v="819" actId="20577"/>
          <ac:spMkLst>
            <pc:docMk/>
            <pc:sldMk cId="3831086487" sldId="891"/>
            <ac:spMk id="23" creationId="{27D6F2B0-724D-A931-B49C-C1402E496D1A}"/>
          </ac:spMkLst>
        </pc:spChg>
        <pc:picChg chg="mod">
          <ac:chgData name="Fien Spriet" userId="28c6bad0-c7dd-4315-9906-c1a71a1827bd" providerId="ADAL" clId="{52297510-C13E-4D93-8633-50B50DCAD117}" dt="2023-11-16T15:11:27.392" v="689" actId="1076"/>
          <ac:picMkLst>
            <pc:docMk/>
            <pc:sldMk cId="3831086487" sldId="891"/>
            <ac:picMk id="2" creationId="{05FB620F-A67B-2648-4C30-DFEF02A689DF}"/>
          </ac:picMkLst>
        </pc:picChg>
        <pc:cxnChg chg="mod">
          <ac:chgData name="Fien Spriet" userId="28c6bad0-c7dd-4315-9906-c1a71a1827bd" providerId="ADAL" clId="{52297510-C13E-4D93-8633-50B50DCAD117}" dt="2023-11-16T15:12:34.532" v="698" actId="208"/>
          <ac:cxnSpMkLst>
            <pc:docMk/>
            <pc:sldMk cId="3831086487" sldId="891"/>
            <ac:cxnSpMk id="25" creationId="{8FBBBF15-60A0-F8F2-055B-F8018309A248}"/>
          </ac:cxnSpMkLst>
        </pc:cxnChg>
      </pc:sldChg>
    </pc:docChg>
  </pc:docChgLst>
  <pc:docChgLst>
    <pc:chgData name="Fien Spriet" userId="28c6bad0-c7dd-4315-9906-c1a71a1827bd" providerId="ADAL" clId="{19841BDF-C138-42FB-9490-F761486008F8}"/>
    <pc:docChg chg="undo redo custSel modSld">
      <pc:chgData name="Fien Spriet" userId="28c6bad0-c7dd-4315-9906-c1a71a1827bd" providerId="ADAL" clId="{19841BDF-C138-42FB-9490-F761486008F8}" dt="2024-11-21T19:50:55.768" v="108" actId="14100"/>
      <pc:docMkLst>
        <pc:docMk/>
      </pc:docMkLst>
      <pc:sldChg chg="addSp delSp modSp mod">
        <pc:chgData name="Fien Spriet" userId="28c6bad0-c7dd-4315-9906-c1a71a1827bd" providerId="ADAL" clId="{19841BDF-C138-42FB-9490-F761486008F8}" dt="2024-11-21T19:47:02.851" v="22" actId="14100"/>
        <pc:sldMkLst>
          <pc:docMk/>
          <pc:sldMk cId="1102216657" sldId="871"/>
        </pc:sldMkLst>
        <pc:spChg chg="mod">
          <ac:chgData name="Fien Spriet" userId="28c6bad0-c7dd-4315-9906-c1a71a1827bd" providerId="ADAL" clId="{19841BDF-C138-42FB-9490-F761486008F8}" dt="2024-11-21T19:47:02.851" v="22" actId="14100"/>
          <ac:spMkLst>
            <pc:docMk/>
            <pc:sldMk cId="1102216657" sldId="871"/>
            <ac:spMk id="8" creationId="{EF59DDBF-9EAA-6F16-E3A1-945AACCC395A}"/>
          </ac:spMkLst>
        </pc:spChg>
        <pc:picChg chg="del">
          <ac:chgData name="Fien Spriet" userId="28c6bad0-c7dd-4315-9906-c1a71a1827bd" providerId="ADAL" clId="{19841BDF-C138-42FB-9490-F761486008F8}" dt="2024-11-21T19:46:41.869" v="14" actId="478"/>
          <ac:picMkLst>
            <pc:docMk/>
            <pc:sldMk cId="1102216657" sldId="871"/>
            <ac:picMk id="2" creationId="{05FB620F-A67B-2648-4C30-DFEF02A689DF}"/>
          </ac:picMkLst>
        </pc:picChg>
        <pc:picChg chg="add mod ord">
          <ac:chgData name="Fien Spriet" userId="28c6bad0-c7dd-4315-9906-c1a71a1827bd" providerId="ADAL" clId="{19841BDF-C138-42FB-9490-F761486008F8}" dt="2024-11-21T19:46:54.964" v="19" actId="1076"/>
          <ac:picMkLst>
            <pc:docMk/>
            <pc:sldMk cId="1102216657" sldId="871"/>
            <ac:picMk id="3" creationId="{A68FF549-1A5E-2341-C927-11A5723A6AAA}"/>
          </ac:picMkLst>
        </pc:picChg>
        <pc:cxnChg chg="mod">
          <ac:chgData name="Fien Spriet" userId="28c6bad0-c7dd-4315-9906-c1a71a1827bd" providerId="ADAL" clId="{19841BDF-C138-42FB-9490-F761486008F8}" dt="2024-11-21T19:47:02.851" v="22" actId="14100"/>
          <ac:cxnSpMkLst>
            <pc:docMk/>
            <pc:sldMk cId="1102216657" sldId="871"/>
            <ac:cxnSpMk id="25" creationId="{8FBBBF15-60A0-F8F2-055B-F8018309A248}"/>
          </ac:cxnSpMkLst>
        </pc:cxnChg>
      </pc:sldChg>
      <pc:sldChg chg="addSp delSp modSp mod">
        <pc:chgData name="Fien Spriet" userId="28c6bad0-c7dd-4315-9906-c1a71a1827bd" providerId="ADAL" clId="{19841BDF-C138-42FB-9490-F761486008F8}" dt="2024-11-21T19:46:33.785" v="13" actId="14100"/>
        <pc:sldMkLst>
          <pc:docMk/>
          <pc:sldMk cId="3170510318" sldId="873"/>
        </pc:sldMkLst>
        <pc:spChg chg="mod">
          <ac:chgData name="Fien Spriet" userId="28c6bad0-c7dd-4315-9906-c1a71a1827bd" providerId="ADAL" clId="{19841BDF-C138-42FB-9490-F761486008F8}" dt="2024-11-21T19:46:23.878" v="10" actId="404"/>
          <ac:spMkLst>
            <pc:docMk/>
            <pc:sldMk cId="3170510318" sldId="873"/>
            <ac:spMk id="13" creationId="{5848BBDA-51B0-7E07-26C9-7E3B270846ED}"/>
          </ac:spMkLst>
        </pc:spChg>
        <pc:spChg chg="mod">
          <ac:chgData name="Fien Spriet" userId="28c6bad0-c7dd-4315-9906-c1a71a1827bd" providerId="ADAL" clId="{19841BDF-C138-42FB-9490-F761486008F8}" dt="2024-11-21T19:46:20.989" v="9" actId="404"/>
          <ac:spMkLst>
            <pc:docMk/>
            <pc:sldMk cId="3170510318" sldId="873"/>
            <ac:spMk id="16" creationId="{AE915494-1B2A-E7AF-01CF-2F170DC20960}"/>
          </ac:spMkLst>
        </pc:spChg>
        <pc:spChg chg="mod">
          <ac:chgData name="Fien Spriet" userId="28c6bad0-c7dd-4315-9906-c1a71a1827bd" providerId="ADAL" clId="{19841BDF-C138-42FB-9490-F761486008F8}" dt="2024-11-21T19:46:33.785" v="13" actId="14100"/>
          <ac:spMkLst>
            <pc:docMk/>
            <pc:sldMk cId="3170510318" sldId="873"/>
            <ac:spMk id="19" creationId="{A15F4140-9B25-7516-F463-194BCE20133E}"/>
          </ac:spMkLst>
        </pc:spChg>
        <pc:picChg chg="add mod">
          <ac:chgData name="Fien Spriet" userId="28c6bad0-c7dd-4315-9906-c1a71a1827bd" providerId="ADAL" clId="{19841BDF-C138-42FB-9490-F761486008F8}" dt="2024-11-21T19:45:28.838" v="7" actId="1076"/>
          <ac:picMkLst>
            <pc:docMk/>
            <pc:sldMk cId="3170510318" sldId="873"/>
            <ac:picMk id="2" creationId="{92FCDB94-4B51-CB32-DDF5-94BCC85EF1E2}"/>
          </ac:picMkLst>
        </pc:picChg>
        <pc:picChg chg="del">
          <ac:chgData name="Fien Spriet" userId="28c6bad0-c7dd-4315-9906-c1a71a1827bd" providerId="ADAL" clId="{19841BDF-C138-42FB-9490-F761486008F8}" dt="2024-11-21T19:45:13.290" v="0" actId="478"/>
          <ac:picMkLst>
            <pc:docMk/>
            <pc:sldMk cId="3170510318" sldId="873"/>
            <ac:picMk id="5" creationId="{CF63186F-48B3-BD83-36D2-CD21C92D5FF6}"/>
          </ac:picMkLst>
        </pc:picChg>
      </pc:sldChg>
      <pc:sldChg chg="modSp mod modAnim">
        <pc:chgData name="Fien Spriet" userId="28c6bad0-c7dd-4315-9906-c1a71a1827bd" providerId="ADAL" clId="{19841BDF-C138-42FB-9490-F761486008F8}" dt="2024-11-21T19:48:37.060" v="56" actId="20577"/>
        <pc:sldMkLst>
          <pc:docMk/>
          <pc:sldMk cId="2649753759" sldId="888"/>
        </pc:sldMkLst>
        <pc:spChg chg="mod">
          <ac:chgData name="Fien Spriet" userId="28c6bad0-c7dd-4315-9906-c1a71a1827bd" providerId="ADAL" clId="{19841BDF-C138-42FB-9490-F761486008F8}" dt="2024-11-21T19:47:59.365" v="39" actId="14100"/>
          <ac:spMkLst>
            <pc:docMk/>
            <pc:sldMk cId="2649753759" sldId="888"/>
            <ac:spMk id="13" creationId="{5848BBDA-51B0-7E07-26C9-7E3B270846ED}"/>
          </ac:spMkLst>
        </pc:spChg>
        <pc:spChg chg="mod">
          <ac:chgData name="Fien Spriet" userId="28c6bad0-c7dd-4315-9906-c1a71a1827bd" providerId="ADAL" clId="{19841BDF-C138-42FB-9490-F761486008F8}" dt="2024-11-21T19:48:02.950" v="40" actId="14100"/>
          <ac:spMkLst>
            <pc:docMk/>
            <pc:sldMk cId="2649753759" sldId="888"/>
            <ac:spMk id="16" creationId="{AE915494-1B2A-E7AF-01CF-2F170DC20960}"/>
          </ac:spMkLst>
        </pc:spChg>
        <pc:spChg chg="mod">
          <ac:chgData name="Fien Spriet" userId="28c6bad0-c7dd-4315-9906-c1a71a1827bd" providerId="ADAL" clId="{19841BDF-C138-42FB-9490-F761486008F8}" dt="2024-11-21T19:48:21.780" v="51" actId="14100"/>
          <ac:spMkLst>
            <pc:docMk/>
            <pc:sldMk cId="2649753759" sldId="888"/>
            <ac:spMk id="19" creationId="{A15F4140-9B25-7516-F463-194BCE20133E}"/>
          </ac:spMkLst>
        </pc:spChg>
        <pc:spChg chg="mod">
          <ac:chgData name="Fien Spriet" userId="28c6bad0-c7dd-4315-9906-c1a71a1827bd" providerId="ADAL" clId="{19841BDF-C138-42FB-9490-F761486008F8}" dt="2024-11-21T19:48:37.060" v="56" actId="20577"/>
          <ac:spMkLst>
            <pc:docMk/>
            <pc:sldMk cId="2649753759" sldId="888"/>
            <ac:spMk id="44" creationId="{C3D76621-C313-7A54-25CA-04036C0730CD}"/>
          </ac:spMkLst>
        </pc:spChg>
      </pc:sldChg>
      <pc:sldChg chg="addSp delSp modSp mod">
        <pc:chgData name="Fien Spriet" userId="28c6bad0-c7dd-4315-9906-c1a71a1827bd" providerId="ADAL" clId="{19841BDF-C138-42FB-9490-F761486008F8}" dt="2024-11-21T19:49:18.259" v="65" actId="1076"/>
        <pc:sldMkLst>
          <pc:docMk/>
          <pc:sldMk cId="2538041777" sldId="889"/>
        </pc:sldMkLst>
        <pc:spChg chg="mod">
          <ac:chgData name="Fien Spriet" userId="28c6bad0-c7dd-4315-9906-c1a71a1827bd" providerId="ADAL" clId="{19841BDF-C138-42FB-9490-F761486008F8}" dt="2024-11-21T19:49:07.337" v="61" actId="1076"/>
          <ac:spMkLst>
            <pc:docMk/>
            <pc:sldMk cId="2538041777" sldId="889"/>
            <ac:spMk id="4" creationId="{57555D8C-D27C-34B2-B117-51892D7C5A88}"/>
          </ac:spMkLst>
        </pc:spChg>
        <pc:spChg chg="mod">
          <ac:chgData name="Fien Spriet" userId="28c6bad0-c7dd-4315-9906-c1a71a1827bd" providerId="ADAL" clId="{19841BDF-C138-42FB-9490-F761486008F8}" dt="2024-11-21T19:49:18.259" v="65" actId="1076"/>
          <ac:spMkLst>
            <pc:docMk/>
            <pc:sldMk cId="2538041777" sldId="889"/>
            <ac:spMk id="5" creationId="{4E84856F-D7DB-D11F-A721-0E44E4D2F617}"/>
          </ac:spMkLst>
        </pc:spChg>
        <pc:spChg chg="mod">
          <ac:chgData name="Fien Spriet" userId="28c6bad0-c7dd-4315-9906-c1a71a1827bd" providerId="ADAL" clId="{19841BDF-C138-42FB-9490-F761486008F8}" dt="2024-11-21T19:49:10.283" v="62" actId="14100"/>
          <ac:spMkLst>
            <pc:docMk/>
            <pc:sldMk cId="2538041777" sldId="889"/>
            <ac:spMk id="8" creationId="{EF59DDBF-9EAA-6F16-E3A1-945AACCC395A}"/>
          </ac:spMkLst>
        </pc:spChg>
        <pc:picChg chg="del">
          <ac:chgData name="Fien Spriet" userId="28c6bad0-c7dd-4315-9906-c1a71a1827bd" providerId="ADAL" clId="{19841BDF-C138-42FB-9490-F761486008F8}" dt="2024-11-21T19:48:57.036" v="57" actId="478"/>
          <ac:picMkLst>
            <pc:docMk/>
            <pc:sldMk cId="2538041777" sldId="889"/>
            <ac:picMk id="2" creationId="{05FB620F-A67B-2648-4C30-DFEF02A689DF}"/>
          </ac:picMkLst>
        </pc:picChg>
        <pc:picChg chg="add mod ord">
          <ac:chgData name="Fien Spriet" userId="28c6bad0-c7dd-4315-9906-c1a71a1827bd" providerId="ADAL" clId="{19841BDF-C138-42FB-9490-F761486008F8}" dt="2024-11-21T19:49:00.015" v="59" actId="167"/>
          <ac:picMkLst>
            <pc:docMk/>
            <pc:sldMk cId="2538041777" sldId="889"/>
            <ac:picMk id="3" creationId="{FCA15785-7279-1823-0944-85FCDFCEE8E8}"/>
          </ac:picMkLst>
        </pc:picChg>
        <pc:cxnChg chg="mod">
          <ac:chgData name="Fien Spriet" userId="28c6bad0-c7dd-4315-9906-c1a71a1827bd" providerId="ADAL" clId="{19841BDF-C138-42FB-9490-F761486008F8}" dt="2024-11-21T19:49:18.259" v="65" actId="1076"/>
          <ac:cxnSpMkLst>
            <pc:docMk/>
            <pc:sldMk cId="2538041777" sldId="889"/>
            <ac:cxnSpMk id="25" creationId="{8FBBBF15-60A0-F8F2-055B-F8018309A248}"/>
          </ac:cxnSpMkLst>
        </pc:cxnChg>
      </pc:sldChg>
      <pc:sldChg chg="modSp mod modAnim">
        <pc:chgData name="Fien Spriet" userId="28c6bad0-c7dd-4315-9906-c1a71a1827bd" providerId="ADAL" clId="{19841BDF-C138-42FB-9490-F761486008F8}" dt="2024-11-21T19:49:59.165" v="94" actId="20577"/>
        <pc:sldMkLst>
          <pc:docMk/>
          <pc:sldMk cId="3668848805" sldId="890"/>
        </pc:sldMkLst>
        <pc:spChg chg="mod">
          <ac:chgData name="Fien Spriet" userId="28c6bad0-c7dd-4315-9906-c1a71a1827bd" providerId="ADAL" clId="{19841BDF-C138-42FB-9490-F761486008F8}" dt="2024-11-21T19:49:42.551" v="72" actId="14100"/>
          <ac:spMkLst>
            <pc:docMk/>
            <pc:sldMk cId="3668848805" sldId="890"/>
            <ac:spMk id="13" creationId="{5848BBDA-51B0-7E07-26C9-7E3B270846ED}"/>
          </ac:spMkLst>
        </pc:spChg>
        <pc:spChg chg="mod">
          <ac:chgData name="Fien Spriet" userId="28c6bad0-c7dd-4315-9906-c1a71a1827bd" providerId="ADAL" clId="{19841BDF-C138-42FB-9490-F761486008F8}" dt="2024-11-21T19:49:37.716" v="70" actId="14100"/>
          <ac:spMkLst>
            <pc:docMk/>
            <pc:sldMk cId="3668848805" sldId="890"/>
            <ac:spMk id="16" creationId="{AE915494-1B2A-E7AF-01CF-2F170DC20960}"/>
          </ac:spMkLst>
        </pc:spChg>
        <pc:spChg chg="mod">
          <ac:chgData name="Fien Spriet" userId="28c6bad0-c7dd-4315-9906-c1a71a1827bd" providerId="ADAL" clId="{19841BDF-C138-42FB-9490-F761486008F8}" dt="2024-11-21T19:49:39.917" v="71" actId="14100"/>
          <ac:spMkLst>
            <pc:docMk/>
            <pc:sldMk cId="3668848805" sldId="890"/>
            <ac:spMk id="19" creationId="{A15F4140-9B25-7516-F463-194BCE20133E}"/>
          </ac:spMkLst>
        </pc:spChg>
        <pc:spChg chg="mod">
          <ac:chgData name="Fien Spriet" userId="28c6bad0-c7dd-4315-9906-c1a71a1827bd" providerId="ADAL" clId="{19841BDF-C138-42FB-9490-F761486008F8}" dt="2024-11-21T19:49:52.713" v="88" actId="20577"/>
          <ac:spMkLst>
            <pc:docMk/>
            <pc:sldMk cId="3668848805" sldId="890"/>
            <ac:spMk id="29" creationId="{1725669B-415F-B4C4-B3B9-632EFDA3134E}"/>
          </ac:spMkLst>
        </pc:spChg>
        <pc:spChg chg="mod">
          <ac:chgData name="Fien Spriet" userId="28c6bad0-c7dd-4315-9906-c1a71a1827bd" providerId="ADAL" clId="{19841BDF-C138-42FB-9490-F761486008F8}" dt="2024-11-21T19:49:59.165" v="94" actId="20577"/>
          <ac:spMkLst>
            <pc:docMk/>
            <pc:sldMk cId="3668848805" sldId="890"/>
            <ac:spMk id="44" creationId="{C3D76621-C313-7A54-25CA-04036C0730CD}"/>
          </ac:spMkLst>
        </pc:spChg>
      </pc:sldChg>
      <pc:sldChg chg="addSp delSp modSp mod">
        <pc:chgData name="Fien Spriet" userId="28c6bad0-c7dd-4315-9906-c1a71a1827bd" providerId="ADAL" clId="{19841BDF-C138-42FB-9490-F761486008F8}" dt="2024-11-21T19:50:55.768" v="108" actId="14100"/>
        <pc:sldMkLst>
          <pc:docMk/>
          <pc:sldMk cId="3831086487" sldId="891"/>
        </pc:sldMkLst>
        <pc:spChg chg="mod">
          <ac:chgData name="Fien Spriet" userId="28c6bad0-c7dd-4315-9906-c1a71a1827bd" providerId="ADAL" clId="{19841BDF-C138-42FB-9490-F761486008F8}" dt="2024-11-21T19:50:29.348" v="99" actId="1076"/>
          <ac:spMkLst>
            <pc:docMk/>
            <pc:sldMk cId="3831086487" sldId="891"/>
            <ac:spMk id="3" creationId="{04419118-6592-B82A-EF74-85D162C9E293}"/>
          </ac:spMkLst>
        </pc:spChg>
        <pc:spChg chg="mod">
          <ac:chgData name="Fien Spriet" userId="28c6bad0-c7dd-4315-9906-c1a71a1827bd" providerId="ADAL" clId="{19841BDF-C138-42FB-9490-F761486008F8}" dt="2024-11-21T19:50:26.380" v="98" actId="1076"/>
          <ac:spMkLst>
            <pc:docMk/>
            <pc:sldMk cId="3831086487" sldId="891"/>
            <ac:spMk id="4" creationId="{57555D8C-D27C-34B2-B117-51892D7C5A88}"/>
          </ac:spMkLst>
        </pc:spChg>
        <pc:spChg chg="mod">
          <ac:chgData name="Fien Spriet" userId="28c6bad0-c7dd-4315-9906-c1a71a1827bd" providerId="ADAL" clId="{19841BDF-C138-42FB-9490-F761486008F8}" dt="2024-11-21T19:50:39.760" v="102" actId="14100"/>
          <ac:spMkLst>
            <pc:docMk/>
            <pc:sldMk cId="3831086487" sldId="891"/>
            <ac:spMk id="5" creationId="{4E84856F-D7DB-D11F-A721-0E44E4D2F617}"/>
          </ac:spMkLst>
        </pc:spChg>
        <pc:spChg chg="mod">
          <ac:chgData name="Fien Spriet" userId="28c6bad0-c7dd-4315-9906-c1a71a1827bd" providerId="ADAL" clId="{19841BDF-C138-42FB-9490-F761486008F8}" dt="2024-11-21T19:50:42.496" v="103" actId="1076"/>
          <ac:spMkLst>
            <pc:docMk/>
            <pc:sldMk cId="3831086487" sldId="891"/>
            <ac:spMk id="6" creationId="{103F79CB-B2F3-94C9-3DA7-991C2D8801CB}"/>
          </ac:spMkLst>
        </pc:spChg>
        <pc:spChg chg="mod">
          <ac:chgData name="Fien Spriet" userId="28c6bad0-c7dd-4315-9906-c1a71a1827bd" providerId="ADAL" clId="{19841BDF-C138-42FB-9490-F761486008F8}" dt="2024-11-21T19:50:55.768" v="108" actId="14100"/>
          <ac:spMkLst>
            <pc:docMk/>
            <pc:sldMk cId="3831086487" sldId="891"/>
            <ac:spMk id="8" creationId="{EF59DDBF-9EAA-6F16-E3A1-945AACCC395A}"/>
          </ac:spMkLst>
        </pc:spChg>
        <pc:picChg chg="del">
          <ac:chgData name="Fien Spriet" userId="28c6bad0-c7dd-4315-9906-c1a71a1827bd" providerId="ADAL" clId="{19841BDF-C138-42FB-9490-F761486008F8}" dt="2024-11-21T19:50:19.742" v="95" actId="478"/>
          <ac:picMkLst>
            <pc:docMk/>
            <pc:sldMk cId="3831086487" sldId="891"/>
            <ac:picMk id="2" creationId="{05FB620F-A67B-2648-4C30-DFEF02A689DF}"/>
          </ac:picMkLst>
        </pc:picChg>
        <pc:picChg chg="add mod ord">
          <ac:chgData name="Fien Spriet" userId="28c6bad0-c7dd-4315-9906-c1a71a1827bd" providerId="ADAL" clId="{19841BDF-C138-42FB-9490-F761486008F8}" dt="2024-11-21T19:50:22.825" v="97" actId="167"/>
          <ac:picMkLst>
            <pc:docMk/>
            <pc:sldMk cId="3831086487" sldId="891"/>
            <ac:picMk id="7" creationId="{1D91E1B0-948D-78B6-DC6B-C914B0EB00A2}"/>
          </ac:picMkLst>
        </pc:picChg>
        <pc:cxnChg chg="mod">
          <ac:chgData name="Fien Spriet" userId="28c6bad0-c7dd-4315-9906-c1a71a1827bd" providerId="ADAL" clId="{19841BDF-C138-42FB-9490-F761486008F8}" dt="2024-11-21T19:50:42.496" v="103" actId="1076"/>
          <ac:cxnSpMkLst>
            <pc:docMk/>
            <pc:sldMk cId="3831086487" sldId="891"/>
            <ac:cxnSpMk id="25" creationId="{8FBBBF15-60A0-F8F2-055B-F8018309A24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42" tIns="49522" rIns="99042" bIns="4952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C73136C4-34BF-4F63-8452-154E418119A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9686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973031"/>
            <a:ext cx="7963929" cy="3207083"/>
          </a:xfrm>
        </p:spPr>
        <p:txBody>
          <a:bodyPr>
            <a:normAutofit/>
          </a:bodyPr>
          <a:lstStyle>
            <a:lvl1pPr marL="266700" indent="-266700">
              <a:defRPr sz="2800"/>
            </a:lvl1pPr>
            <a:lvl2pPr marL="541338" indent="-274638">
              <a:defRPr sz="2400"/>
            </a:lvl2pPr>
            <a:lvl3pPr marL="808038" indent="-266700">
              <a:defRPr sz="2000"/>
            </a:lvl3pPr>
            <a:lvl4pPr marL="1076325" indent="-268288">
              <a:defRPr sz="1600"/>
            </a:lvl4pPr>
            <a:lvl5pPr marL="1343025" indent="-266700">
              <a:defRPr sz="14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268241"/>
            <a:ext cx="6334442" cy="684954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131" y="4508600"/>
            <a:ext cx="28011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 dirty="0"/>
              <a:t>H04 Ontwikkel een applicatie - 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ussendia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3572" y="339699"/>
            <a:ext cx="8007583" cy="1021556"/>
          </a:xfrm>
        </p:spPr>
        <p:txBody>
          <a:bodyPr rIns="0" anchor="t"/>
          <a:lstStyle>
            <a:lvl1pPr algn="l">
              <a:defRPr sz="3000" b="0" cap="none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3572" y="1617465"/>
            <a:ext cx="8007582" cy="1125140"/>
          </a:xfrm>
        </p:spPr>
        <p:txBody>
          <a:bodyPr anchor="t" anchorCtr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/>
              <a:t>Klik om de tekststijl van het model te bewerken</a:t>
            </a:r>
          </a:p>
        </p:txBody>
      </p:sp>
      <p:sp>
        <p:nvSpPr>
          <p:cNvPr id="10" name="Rechthoek 9"/>
          <p:cNvSpPr/>
          <p:nvPr userDrawn="1"/>
        </p:nvSpPr>
        <p:spPr>
          <a:xfrm>
            <a:off x="360000" y="270000"/>
            <a:ext cx="8424000" cy="4603500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255" y="4550833"/>
            <a:ext cx="1104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/>
              <a:t>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  <p:sldLayoutId id="2147483678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r="6358"/>
          <a:stretch/>
        </p:blipFill>
        <p:spPr>
          <a:xfrm>
            <a:off x="7471" y="0"/>
            <a:ext cx="6618881" cy="5143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dirty="0"/>
              <a:t>OOSD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rmAutofit/>
          </a:bodyPr>
          <a:lstStyle/>
          <a:p>
            <a:r>
              <a:rPr lang="nl-BE" dirty="0"/>
              <a:t>Hoofdstuk 5: Oefening Jackpot</a:t>
            </a:r>
          </a:p>
        </p:txBody>
      </p:sp>
    </p:spTree>
    <p:extLst>
      <p:ext uri="{BB962C8B-B14F-4D97-AF65-F5344CB8AC3E}">
        <p14:creationId xmlns:p14="http://schemas.microsoft.com/office/powerpoint/2010/main" val="91580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600" dirty="0"/>
                <a:t>Stap 1:</a:t>
              </a:r>
            </a:p>
            <a:p>
              <a:r>
                <a:rPr lang="nl-BE" sz="1600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6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6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6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174829"/>
            <a:ext cx="2158365" cy="4891079"/>
            <a:chOff x="-21536" y="90659"/>
            <a:chExt cx="2390382" cy="503210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90659"/>
              <a:ext cx="2286000" cy="684472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 + EXPERT</a:t>
              </a:r>
            </a:p>
          </p:txBody>
        </p:sp>
      </p:grp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2FCDB94-4B51-CB32-DDF5-94BCC85EF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40" y="1555146"/>
            <a:ext cx="2652808" cy="193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1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68FF549-1A5E-2341-C927-11A5723A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6" y="1214749"/>
            <a:ext cx="4097586" cy="2985049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EF59DDBF-9EAA-6F16-E3A1-945AACCC395A}"/>
              </a:ext>
            </a:extLst>
          </p:cNvPr>
          <p:cNvSpPr/>
          <p:nvPr/>
        </p:nvSpPr>
        <p:spPr>
          <a:xfrm>
            <a:off x="747539" y="1722009"/>
            <a:ext cx="3570831" cy="654096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8FBBBF15-60A0-F8F2-055B-F8018309A248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4318370" y="2013324"/>
            <a:ext cx="832465" cy="3573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5150835" y="1462681"/>
            <a:ext cx="1859864" cy="1101285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OC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startNieuweJackpot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getallen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1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103358" y="133489"/>
            <a:ext cx="1765583" cy="4970004"/>
            <a:chOff x="-24068" y="77020"/>
            <a:chExt cx="2408971" cy="5116246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45738" y="871240"/>
              <a:ext cx="2339165" cy="4322026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77020"/>
              <a:ext cx="2286001" cy="529824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</a:t>
              </a:r>
            </a:p>
            <a:p>
              <a:r>
                <a:rPr lang="nl-BE" sz="1400" dirty="0"/>
                <a:t>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1829002" y="133489"/>
            <a:ext cx="1995153" cy="4970004"/>
            <a:chOff x="-69571" y="10894"/>
            <a:chExt cx="2438417" cy="51118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10894"/>
              <a:ext cx="2438416" cy="756506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  <a:endParaRPr lang="nl-BE" sz="1600" dirty="0"/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3867334" y="147549"/>
            <a:ext cx="2158365" cy="4925736"/>
            <a:chOff x="-21536" y="55002"/>
            <a:chExt cx="2390382" cy="506776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55002"/>
              <a:ext cx="2286000" cy="72012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400" dirty="0"/>
                <a:t>Stap 3B:</a:t>
              </a:r>
            </a:p>
            <a:p>
              <a:r>
                <a:rPr lang="nl-BE" sz="1400" dirty="0"/>
                <a:t>CREATOR + EXPERT</a:t>
              </a:r>
            </a:p>
          </p:txBody>
        </p:sp>
      </p:grp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179619" y="2016849"/>
            <a:ext cx="1593879" cy="1273492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OC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startNieuweJackpot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getallen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EF71964E-F727-56C0-4E77-433B8E4D3D5B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268146" y="1644101"/>
            <a:ext cx="710084" cy="55179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rt: stap 2">
            <a:extLst>
              <a:ext uri="{FF2B5EF4-FFF2-40B4-BE49-F238E27FC236}">
                <a16:creationId xmlns:a16="http://schemas.microsoft.com/office/drawing/2014/main" id="{C8F0C194-D21E-842E-F890-8AB5A4FC60DB}"/>
              </a:ext>
            </a:extLst>
          </p:cNvPr>
          <p:cNvSpPr txBox="1"/>
          <p:nvPr/>
        </p:nvSpPr>
        <p:spPr>
          <a:xfrm>
            <a:off x="1978230" y="1419355"/>
            <a:ext cx="1659348" cy="44949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startNieuweJackpot</a:t>
            </a:r>
            <a:r>
              <a:rPr lang="nl-BE" dirty="0"/>
              <a:t>():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28" name="start: pijl 2-&gt;3">
            <a:extLst>
              <a:ext uri="{FF2B5EF4-FFF2-40B4-BE49-F238E27FC236}">
                <a16:creationId xmlns:a16="http://schemas.microsoft.com/office/drawing/2014/main" id="{0494C9B8-7C92-936B-DCD9-6D61DC421D2E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3637578" y="1573610"/>
            <a:ext cx="369979" cy="7049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tallen: pijl 1-&gt;2">
            <a:extLst>
              <a:ext uri="{FF2B5EF4-FFF2-40B4-BE49-F238E27FC236}">
                <a16:creationId xmlns:a16="http://schemas.microsoft.com/office/drawing/2014/main" id="{F0F68D83-3386-3C50-D300-C8695F2851E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55527" y="3147197"/>
            <a:ext cx="902841" cy="144542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etallen: stap 2">
            <a:extLst>
              <a:ext uri="{FF2B5EF4-FFF2-40B4-BE49-F238E27FC236}">
                <a16:creationId xmlns:a16="http://schemas.microsoft.com/office/drawing/2014/main" id="{5E3E0B73-2CDD-9159-432D-D9B0B693641B}"/>
              </a:ext>
            </a:extLst>
          </p:cNvPr>
          <p:cNvSpPr txBox="1"/>
          <p:nvPr/>
        </p:nvSpPr>
        <p:spPr>
          <a:xfrm>
            <a:off x="1958368" y="4367874"/>
            <a:ext cx="1859540" cy="44949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solidFill>
                  <a:schemeClr val="dk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nl-BE" dirty="0"/>
              <a:t>+ </a:t>
            </a:r>
            <a:r>
              <a:rPr lang="nl-BE" dirty="0" err="1"/>
              <a:t>geefGetallen</a:t>
            </a:r>
            <a:r>
              <a:rPr lang="nl-BE" dirty="0"/>
              <a:t>(): List&lt;Integer&gt;</a:t>
            </a:r>
          </a:p>
        </p:txBody>
      </p:sp>
      <p:cxnSp>
        <p:nvCxnSpPr>
          <p:cNvPr id="51" name="getallen: pijl 2-&gt;3">
            <a:extLst>
              <a:ext uri="{FF2B5EF4-FFF2-40B4-BE49-F238E27FC236}">
                <a16:creationId xmlns:a16="http://schemas.microsoft.com/office/drawing/2014/main" id="{D8BF7743-D43F-EF2F-F74C-2222E2BBEAC4}"/>
              </a:ext>
            </a:extLst>
          </p:cNvPr>
          <p:cNvCxnSpPr>
            <a:cxnSpLocks/>
            <a:stCxn id="49" idx="3"/>
            <a:endCxn id="44" idx="1"/>
          </p:cNvCxnSpPr>
          <p:nvPr/>
        </p:nvCxnSpPr>
        <p:spPr>
          <a:xfrm>
            <a:off x="3817908" y="4592620"/>
            <a:ext cx="221360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etallen: stap 3">
            <a:extLst>
              <a:ext uri="{FF2B5EF4-FFF2-40B4-BE49-F238E27FC236}">
                <a16:creationId xmlns:a16="http://schemas.microsoft.com/office/drawing/2014/main" id="{C3D76621-C313-7A54-25CA-04036C0730CD}"/>
              </a:ext>
            </a:extLst>
          </p:cNvPr>
          <p:cNvSpPr txBox="1"/>
          <p:nvPr/>
        </p:nvSpPr>
        <p:spPr>
          <a:xfrm>
            <a:off x="4039268" y="4189288"/>
            <a:ext cx="1838969" cy="80666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nl-BE" dirty="0"/>
              <a:t>EXPERT: dc </a:t>
            </a:r>
            <a:r>
              <a:rPr lang="nl-BE" dirty="0">
                <a:sym typeface="Wingdings" panose="05000000000000000000" pitchFamily="2" charset="2"/>
              </a:rPr>
              <a:t> j  w1-w3</a:t>
            </a:r>
            <a:endParaRPr lang="nl-B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3 keer </a:t>
            </a:r>
            <a:r>
              <a:rPr lang="nl-BE" dirty="0" err="1"/>
              <a:t>getGetal</a:t>
            </a:r>
            <a:endParaRPr lang="nl-BE" dirty="0"/>
          </a:p>
        </p:txBody>
      </p:sp>
      <p:sp>
        <p:nvSpPr>
          <p:cNvPr id="29" name="start: stap 3">
            <a:extLst>
              <a:ext uri="{FF2B5EF4-FFF2-40B4-BE49-F238E27FC236}">
                <a16:creationId xmlns:a16="http://schemas.microsoft.com/office/drawing/2014/main" id="{1725669B-415F-B4C4-B3B9-632EFDA3134E}"/>
              </a:ext>
            </a:extLst>
          </p:cNvPr>
          <p:cNvSpPr txBox="1"/>
          <p:nvPr/>
        </p:nvSpPr>
        <p:spPr>
          <a:xfrm>
            <a:off x="4039268" y="913662"/>
            <a:ext cx="1870290" cy="3175157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CREATOR: jackpot </a:t>
            </a:r>
            <a:r>
              <a:rPr lang="en-US" dirty="0" err="1"/>
              <a:t>aanmaken</a:t>
            </a:r>
            <a:r>
              <a:rPr lang="en-US" dirty="0"/>
              <a:t> &amp; </a:t>
            </a:r>
            <a:r>
              <a:rPr lang="en-US" dirty="0" err="1"/>
              <a:t>bijhouden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aanwezig</a:t>
            </a:r>
            <a:r>
              <a:rPr lang="en-US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constructor?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</a:t>
            </a:r>
            <a:r>
              <a:rPr lang="en-US" dirty="0" err="1"/>
              <a:t>gaat</a:t>
            </a:r>
            <a:r>
              <a:rPr lang="en-US" dirty="0"/>
              <a:t> constructor </a:t>
            </a:r>
            <a:r>
              <a:rPr lang="en-US" dirty="0" err="1"/>
              <a:t>oproepen</a:t>
            </a:r>
            <a:r>
              <a:rPr lang="en-US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Bijhouden</a:t>
            </a:r>
            <a:r>
              <a:rPr lang="en-US" dirty="0"/>
              <a:t> 	</a:t>
            </a:r>
          </a:p>
          <a:p>
            <a:pPr>
              <a:spcAft>
                <a:spcPts val="0"/>
              </a:spcAft>
            </a:pPr>
            <a:endParaRPr lang="en-US" dirty="0"/>
          </a:p>
          <a:p>
            <a:pPr>
              <a:spcAft>
                <a:spcPts val="0"/>
              </a:spcAft>
            </a:pPr>
            <a:r>
              <a:rPr lang="en-US" dirty="0"/>
              <a:t>CREATOR: w1, w2 </a:t>
            </a:r>
            <a:r>
              <a:rPr lang="en-US" dirty="0" err="1"/>
              <a:t>en</a:t>
            </a:r>
            <a:r>
              <a:rPr lang="en-US" dirty="0"/>
              <a:t> w3 </a:t>
            </a:r>
            <a:r>
              <a:rPr lang="en-US" dirty="0" err="1"/>
              <a:t>aanmaken</a:t>
            </a:r>
            <a:r>
              <a:rPr lang="en-US" dirty="0"/>
              <a:t> &amp; </a:t>
            </a:r>
            <a:r>
              <a:rPr lang="en-US" dirty="0" err="1"/>
              <a:t>bijhouden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aanwezig</a:t>
            </a:r>
            <a:r>
              <a:rPr lang="en-US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Klasse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constructor?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</a:t>
            </a:r>
            <a:r>
              <a:rPr lang="en-US" dirty="0" err="1"/>
              <a:t>gaat</a:t>
            </a:r>
            <a:r>
              <a:rPr lang="en-US" dirty="0"/>
              <a:t> constructor </a:t>
            </a:r>
            <a:r>
              <a:rPr lang="en-US" dirty="0" err="1"/>
              <a:t>oproepen</a:t>
            </a:r>
            <a:r>
              <a:rPr lang="en-US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Bijhouden</a:t>
            </a:r>
            <a:r>
              <a:rPr lang="en-US" dirty="0"/>
              <a:t> 	</a:t>
            </a:r>
          </a:p>
          <a:p>
            <a:pPr>
              <a:spcAft>
                <a:spcPts val="0"/>
              </a:spcAft>
            </a:pPr>
            <a:endParaRPr lang="en-US" dirty="0"/>
          </a:p>
        </p:txBody>
      </p:sp>
      <p:sp>
        <p:nvSpPr>
          <p:cNvPr id="30" name="Creator: Jackpot aanmaken">
            <a:extLst>
              <a:ext uri="{FF2B5EF4-FFF2-40B4-BE49-F238E27FC236}">
                <a16:creationId xmlns:a16="http://schemas.microsoft.com/office/drawing/2014/main" id="{14C925DC-5172-3290-9B17-B756916F8A4F}"/>
              </a:ext>
            </a:extLst>
          </p:cNvPr>
          <p:cNvSpPr txBox="1"/>
          <p:nvPr/>
        </p:nvSpPr>
        <p:spPr>
          <a:xfrm>
            <a:off x="4973866" y="1998653"/>
            <a:ext cx="920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00" dirty="0">
                <a:solidFill>
                  <a:schemeClr val="dk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DC</a:t>
            </a:r>
            <a:endParaRPr lang="nl-BE" sz="1100" kern="100" dirty="0">
              <a:solidFill>
                <a:schemeClr val="dk1"/>
              </a:solidFill>
              <a:cs typeface="Times New Roman" panose="02020603050405020304" pitchFamily="18" charset="0"/>
            </a:endParaRPr>
          </a:p>
        </p:txBody>
      </p:sp>
      <p:sp>
        <p:nvSpPr>
          <p:cNvPr id="31" name="Creator: Jackpot bijhouden">
            <a:extLst>
              <a:ext uri="{FF2B5EF4-FFF2-40B4-BE49-F238E27FC236}">
                <a16:creationId xmlns:a16="http://schemas.microsoft.com/office/drawing/2014/main" id="{3028022B-42E5-404C-99AF-03FEBB5A73D0}"/>
              </a:ext>
            </a:extLst>
          </p:cNvPr>
          <p:cNvSpPr txBox="1"/>
          <p:nvPr/>
        </p:nvSpPr>
        <p:spPr>
          <a:xfrm>
            <a:off x="4923655" y="2173765"/>
            <a:ext cx="920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00" dirty="0">
                <a:solidFill>
                  <a:schemeClr val="dk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DC</a:t>
            </a:r>
            <a:endParaRPr lang="nl-BE" sz="1100" kern="100" dirty="0">
              <a:solidFill>
                <a:schemeClr val="dk1"/>
              </a:solidFill>
              <a:cs typeface="Times New Roman" panose="02020603050405020304" pitchFamily="18" charset="0"/>
            </a:endParaRPr>
          </a:p>
        </p:txBody>
      </p:sp>
      <p:sp>
        <p:nvSpPr>
          <p:cNvPr id="32" name="Creator: Wiel aanmaken">
            <a:extLst>
              <a:ext uri="{FF2B5EF4-FFF2-40B4-BE49-F238E27FC236}">
                <a16:creationId xmlns:a16="http://schemas.microsoft.com/office/drawing/2014/main" id="{E76D8904-E36D-3A36-3258-D4055B96647A}"/>
              </a:ext>
            </a:extLst>
          </p:cNvPr>
          <p:cNvSpPr txBox="1"/>
          <p:nvPr/>
        </p:nvSpPr>
        <p:spPr>
          <a:xfrm>
            <a:off x="4964546" y="3606757"/>
            <a:ext cx="1066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00" dirty="0">
                <a:solidFill>
                  <a:schemeClr val="dk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j in </a:t>
            </a:r>
            <a:r>
              <a:rPr lang="en-US" sz="1100" kern="100" dirty="0" err="1">
                <a:solidFill>
                  <a:schemeClr val="dk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constr</a:t>
            </a:r>
            <a:endParaRPr lang="nl-BE" sz="1100" kern="100" dirty="0">
              <a:solidFill>
                <a:schemeClr val="dk1"/>
              </a:solidFill>
              <a:cs typeface="Times New Roman" panose="02020603050405020304" pitchFamily="18" charset="0"/>
            </a:endParaRPr>
          </a:p>
        </p:txBody>
      </p:sp>
      <p:sp>
        <p:nvSpPr>
          <p:cNvPr id="33" name="Creator: Wiel bijhouden">
            <a:extLst>
              <a:ext uri="{FF2B5EF4-FFF2-40B4-BE49-F238E27FC236}">
                <a16:creationId xmlns:a16="http://schemas.microsoft.com/office/drawing/2014/main" id="{A3415EDF-BCA1-EA37-C276-110A0E5C807C}"/>
              </a:ext>
            </a:extLst>
          </p:cNvPr>
          <p:cNvSpPr txBox="1"/>
          <p:nvPr/>
        </p:nvSpPr>
        <p:spPr>
          <a:xfrm>
            <a:off x="4904530" y="3780019"/>
            <a:ext cx="10662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00" dirty="0">
                <a:solidFill>
                  <a:schemeClr val="dk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j</a:t>
            </a:r>
            <a:endParaRPr lang="nl-BE" sz="1100" kern="100" dirty="0">
              <a:solidFill>
                <a:schemeClr val="dk1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SO1A_Stap2A_DC">
            <a:extLst>
              <a:ext uri="{FF2B5EF4-FFF2-40B4-BE49-F238E27FC236}">
                <a16:creationId xmlns:a16="http://schemas.microsoft.com/office/drawing/2014/main" id="{687C2C78-153E-AF94-A1C7-76B52DCE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96986" y="692106"/>
            <a:ext cx="1555126" cy="566757"/>
          </a:xfrm>
          <a:prstGeom prst="rect">
            <a:avLst/>
          </a:prstGeom>
        </p:spPr>
      </p:pic>
      <p:pic>
        <p:nvPicPr>
          <p:cNvPr id="25" name="SO1A_Stap2B_start" descr="A blue and black sign&#10;&#10;Description automatically generated">
            <a:extLst>
              <a:ext uri="{FF2B5EF4-FFF2-40B4-BE49-F238E27FC236}">
                <a16:creationId xmlns:a16="http://schemas.microsoft.com/office/drawing/2014/main" id="{83AFD9CF-061A-D581-1B27-CF35FE10E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986" y="692106"/>
            <a:ext cx="1505027" cy="552478"/>
          </a:xfrm>
          <a:prstGeom prst="rect">
            <a:avLst/>
          </a:prstGeom>
        </p:spPr>
      </p:pic>
      <p:pic>
        <p:nvPicPr>
          <p:cNvPr id="36" name="SO1A_stap3_deel1_klasseJackpot" descr="A blue box with black text&#10;&#10;Description automatically generated">
            <a:extLst>
              <a:ext uri="{FF2B5EF4-FFF2-40B4-BE49-F238E27FC236}">
                <a16:creationId xmlns:a16="http://schemas.microsoft.com/office/drawing/2014/main" id="{B57E35DC-1CEF-448C-C808-5A2F17E23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734" y="723339"/>
            <a:ext cx="1511378" cy="1581231"/>
          </a:xfrm>
          <a:prstGeom prst="rect">
            <a:avLst/>
          </a:prstGeom>
        </p:spPr>
      </p:pic>
      <p:pic>
        <p:nvPicPr>
          <p:cNvPr id="38" name="SO1A_stap3_deel2_constJackpot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43E8429-D5EB-65A9-DB0E-836ABA94A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685" y="680564"/>
            <a:ext cx="1511378" cy="1587582"/>
          </a:xfrm>
          <a:prstGeom prst="rect">
            <a:avLst/>
          </a:prstGeom>
        </p:spPr>
      </p:pic>
      <p:pic>
        <p:nvPicPr>
          <p:cNvPr id="40" name="SO1A_stap3_deel3_assJackpot" descr="A diagram of a jackpot&#10;&#10;Description automatically generated">
            <a:extLst>
              <a:ext uri="{FF2B5EF4-FFF2-40B4-BE49-F238E27FC236}">
                <a16:creationId xmlns:a16="http://schemas.microsoft.com/office/drawing/2014/main" id="{28BE935C-17C7-D328-FF17-75A22664D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670" y="648169"/>
            <a:ext cx="1511378" cy="1587582"/>
          </a:xfrm>
          <a:prstGeom prst="rect">
            <a:avLst/>
          </a:prstGeom>
        </p:spPr>
      </p:pic>
      <p:pic>
        <p:nvPicPr>
          <p:cNvPr id="42" name="SO1A_stap3_deel4_klasseWiel">
            <a:extLst>
              <a:ext uri="{FF2B5EF4-FFF2-40B4-BE49-F238E27FC236}">
                <a16:creationId xmlns:a16="http://schemas.microsoft.com/office/drawing/2014/main" id="{8B2CB29D-6F32-58E3-8B5B-13E5A15DC2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51497" y="647566"/>
            <a:ext cx="1419910" cy="2717940"/>
          </a:xfrm>
          <a:prstGeom prst="rect">
            <a:avLst/>
          </a:prstGeom>
        </p:spPr>
      </p:pic>
      <p:pic>
        <p:nvPicPr>
          <p:cNvPr id="45" name="SO1A_stap3_deel5_constWiel">
            <a:extLst>
              <a:ext uri="{FF2B5EF4-FFF2-40B4-BE49-F238E27FC236}">
                <a16:creationId xmlns:a16="http://schemas.microsoft.com/office/drawing/2014/main" id="{3BE68060-0D08-93B2-86A2-874DDF496E8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51298" y="632049"/>
            <a:ext cx="1419910" cy="2717940"/>
          </a:xfrm>
          <a:prstGeom prst="rect">
            <a:avLst/>
          </a:prstGeom>
        </p:spPr>
      </p:pic>
      <p:pic>
        <p:nvPicPr>
          <p:cNvPr id="47" name="SO1A_stap3_deel6_assWiel">
            <a:extLst>
              <a:ext uri="{FF2B5EF4-FFF2-40B4-BE49-F238E27FC236}">
                <a16:creationId xmlns:a16="http://schemas.microsoft.com/office/drawing/2014/main" id="{753D26B7-3C05-BB28-C501-627D5356D3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9652" y="631078"/>
            <a:ext cx="1419910" cy="2717940"/>
          </a:xfrm>
          <a:prstGeom prst="rect">
            <a:avLst/>
          </a:prstGeom>
        </p:spPr>
      </p:pic>
      <p:pic>
        <p:nvPicPr>
          <p:cNvPr id="59" name="SO1B_stap2" descr="A diagram of a jackpot&#10;&#10;Description automatically generated">
            <a:extLst>
              <a:ext uri="{FF2B5EF4-FFF2-40B4-BE49-F238E27FC236}">
                <a16:creationId xmlns:a16="http://schemas.microsoft.com/office/drawing/2014/main" id="{345AB93F-CE53-2394-49EE-DA2C8E3368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3728" y="661878"/>
            <a:ext cx="1638384" cy="2794144"/>
          </a:xfrm>
          <a:prstGeom prst="rect">
            <a:avLst/>
          </a:prstGeom>
        </p:spPr>
      </p:pic>
      <p:pic>
        <p:nvPicPr>
          <p:cNvPr id="63" name="SO1B_stap3_deel1_getter" descr="A diagram of a jackpot&#10;&#10;Description automatically generated">
            <a:extLst>
              <a:ext uri="{FF2B5EF4-FFF2-40B4-BE49-F238E27FC236}">
                <a16:creationId xmlns:a16="http://schemas.microsoft.com/office/drawing/2014/main" id="{55945529-D460-004E-2E01-612BFF941D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3253" y="647566"/>
            <a:ext cx="1619333" cy="2813195"/>
          </a:xfrm>
          <a:prstGeom prst="rect">
            <a:avLst/>
          </a:prstGeom>
        </p:spPr>
      </p:pic>
      <p:pic>
        <p:nvPicPr>
          <p:cNvPr id="65" name="SO1B_stap3_deel2_geefGetallenInJackpot" descr="A diagram of a jackpot&#10;&#10;Description automatically generated">
            <a:extLst>
              <a:ext uri="{FF2B5EF4-FFF2-40B4-BE49-F238E27FC236}">
                <a16:creationId xmlns:a16="http://schemas.microsoft.com/office/drawing/2014/main" id="{64D74130-2CF0-AE92-B69A-F92B340EA0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3728" y="684688"/>
            <a:ext cx="1619333" cy="28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5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9" grpId="0" animBg="1"/>
      <p:bldP spid="44" grpId="0" uiExpand="1" build="p" animBg="1" rev="1"/>
      <p:bldP spid="29" grpId="0" uiExpand="1" build="p" animBg="1"/>
      <p:bldP spid="30" grpId="0"/>
      <p:bldP spid="31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CA15785-7279-1823-0944-85FCDFCE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6" y="1214749"/>
            <a:ext cx="4097586" cy="2985049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EF59DDBF-9EAA-6F16-E3A1-945AACCC395A}"/>
              </a:ext>
            </a:extLst>
          </p:cNvPr>
          <p:cNvSpPr/>
          <p:nvPr/>
        </p:nvSpPr>
        <p:spPr>
          <a:xfrm>
            <a:off x="800933" y="1722009"/>
            <a:ext cx="3532315" cy="58263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8FBBBF15-60A0-F8F2-055B-F8018309A248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4333247" y="2297035"/>
            <a:ext cx="817588" cy="109617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5150835" y="1462681"/>
            <a:ext cx="1859864" cy="1668708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OC speel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getallen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score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55D8C-D27C-34B2-B117-51892D7C5A88}"/>
              </a:ext>
            </a:extLst>
          </p:cNvPr>
          <p:cNvSpPr txBox="1"/>
          <p:nvPr/>
        </p:nvSpPr>
        <p:spPr>
          <a:xfrm>
            <a:off x="4447391" y="1690157"/>
            <a:ext cx="345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320000" algn="l"/>
              </a:tabLst>
            </a:pPr>
            <a:r>
              <a:rPr lang="nl-BE" sz="3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5" name="kader SO 1">
            <a:extLst>
              <a:ext uri="{FF2B5EF4-FFF2-40B4-BE49-F238E27FC236}">
                <a16:creationId xmlns:a16="http://schemas.microsoft.com/office/drawing/2014/main" id="{4E84856F-D7DB-D11F-A721-0E44E4D2F617}"/>
              </a:ext>
            </a:extLst>
          </p:cNvPr>
          <p:cNvSpPr/>
          <p:nvPr/>
        </p:nvSpPr>
        <p:spPr>
          <a:xfrm>
            <a:off x="800933" y="2882023"/>
            <a:ext cx="3532314" cy="1022375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804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103358" y="100288"/>
            <a:ext cx="1765583" cy="5003205"/>
            <a:chOff x="-24068" y="42842"/>
            <a:chExt cx="2408971" cy="5150424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45738" y="871240"/>
              <a:ext cx="2339165" cy="4322026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42842"/>
              <a:ext cx="2286001" cy="564002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</a:t>
              </a:r>
            </a:p>
            <a:p>
              <a:r>
                <a:rPr lang="nl-BE" sz="1400" dirty="0"/>
                <a:t>KNOWING?</a:t>
              </a:r>
              <a:endParaRPr lang="nl-BE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1829002" y="100288"/>
            <a:ext cx="1995153" cy="5003205"/>
            <a:chOff x="-69571" y="-23254"/>
            <a:chExt cx="2438417" cy="51460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23254"/>
              <a:ext cx="2438416" cy="790655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3867334" y="100288"/>
            <a:ext cx="2158365" cy="4972997"/>
            <a:chOff x="-21536" y="6378"/>
            <a:chExt cx="2390382" cy="5116387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6378"/>
              <a:ext cx="2286000" cy="768752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400" dirty="0"/>
                <a:t>Stap 3B:</a:t>
              </a:r>
            </a:p>
            <a:p>
              <a:r>
                <a:rPr lang="nl-BE" sz="1400" dirty="0"/>
                <a:t>CREATOR + EXPERT</a:t>
              </a:r>
            </a:p>
          </p:txBody>
        </p:sp>
      </p:grp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179619" y="2016849"/>
            <a:ext cx="1593879" cy="1683884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OC speel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getallen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Terugkeerpijl score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EF71964E-F727-56C0-4E77-433B8E4D3D5B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966158" y="1644101"/>
            <a:ext cx="1012072" cy="61616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rt: stap 2">
            <a:extLst>
              <a:ext uri="{FF2B5EF4-FFF2-40B4-BE49-F238E27FC236}">
                <a16:creationId xmlns:a16="http://schemas.microsoft.com/office/drawing/2014/main" id="{C8F0C194-D21E-842E-F890-8AB5A4FC60DB}"/>
              </a:ext>
            </a:extLst>
          </p:cNvPr>
          <p:cNvSpPr txBox="1"/>
          <p:nvPr/>
        </p:nvSpPr>
        <p:spPr>
          <a:xfrm>
            <a:off x="1978230" y="1419355"/>
            <a:ext cx="1659348" cy="44949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speel():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28" name="start: pijl 2-&gt;3">
            <a:extLst>
              <a:ext uri="{FF2B5EF4-FFF2-40B4-BE49-F238E27FC236}">
                <a16:creationId xmlns:a16="http://schemas.microsoft.com/office/drawing/2014/main" id="{0494C9B8-7C92-936B-DCD9-6D61DC421D2E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3637578" y="1644101"/>
            <a:ext cx="401690" cy="1344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tallen: pijl 1-&gt;2">
            <a:extLst>
              <a:ext uri="{FF2B5EF4-FFF2-40B4-BE49-F238E27FC236}">
                <a16:creationId xmlns:a16="http://schemas.microsoft.com/office/drawing/2014/main" id="{F0F68D83-3386-3C50-D300-C8695F2851E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68720" y="3579330"/>
            <a:ext cx="889648" cy="101329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etallen: stap 2">
            <a:extLst>
              <a:ext uri="{FF2B5EF4-FFF2-40B4-BE49-F238E27FC236}">
                <a16:creationId xmlns:a16="http://schemas.microsoft.com/office/drawing/2014/main" id="{5E3E0B73-2CDD-9159-432D-D9B0B693641B}"/>
              </a:ext>
            </a:extLst>
          </p:cNvPr>
          <p:cNvSpPr txBox="1"/>
          <p:nvPr/>
        </p:nvSpPr>
        <p:spPr>
          <a:xfrm>
            <a:off x="1958368" y="4367874"/>
            <a:ext cx="1859540" cy="44949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solidFill>
                  <a:schemeClr val="dk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nl-BE" dirty="0"/>
              <a:t>+ </a:t>
            </a:r>
            <a:r>
              <a:rPr lang="nl-BE" dirty="0" err="1"/>
              <a:t>geefScore</a:t>
            </a:r>
            <a:r>
              <a:rPr lang="nl-BE" dirty="0"/>
              <a:t>(): int</a:t>
            </a:r>
          </a:p>
        </p:txBody>
      </p:sp>
      <p:cxnSp>
        <p:nvCxnSpPr>
          <p:cNvPr id="51" name="getallen: pijl 2-&gt;3">
            <a:extLst>
              <a:ext uri="{FF2B5EF4-FFF2-40B4-BE49-F238E27FC236}">
                <a16:creationId xmlns:a16="http://schemas.microsoft.com/office/drawing/2014/main" id="{D8BF7743-D43F-EF2F-F74C-2222E2BBEAC4}"/>
              </a:ext>
            </a:extLst>
          </p:cNvPr>
          <p:cNvCxnSpPr>
            <a:cxnSpLocks/>
            <a:stCxn id="49" idx="3"/>
            <a:endCxn id="44" idx="1"/>
          </p:cNvCxnSpPr>
          <p:nvPr/>
        </p:nvCxnSpPr>
        <p:spPr>
          <a:xfrm>
            <a:off x="3817908" y="4592620"/>
            <a:ext cx="221360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etallen: stap 3">
            <a:extLst>
              <a:ext uri="{FF2B5EF4-FFF2-40B4-BE49-F238E27FC236}">
                <a16:creationId xmlns:a16="http://schemas.microsoft.com/office/drawing/2014/main" id="{C3D76621-C313-7A54-25CA-04036C0730CD}"/>
              </a:ext>
            </a:extLst>
          </p:cNvPr>
          <p:cNvSpPr txBox="1"/>
          <p:nvPr/>
        </p:nvSpPr>
        <p:spPr>
          <a:xfrm>
            <a:off x="4039268" y="4189288"/>
            <a:ext cx="1838969" cy="80666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nl-BE" dirty="0"/>
              <a:t>EXPERT: dc </a:t>
            </a:r>
            <a:r>
              <a:rPr lang="nl-BE" dirty="0">
                <a:sym typeface="Wingdings" panose="05000000000000000000" pitchFamily="2" charset="2"/>
              </a:rPr>
              <a:t> j  w1-w3</a:t>
            </a:r>
            <a:endParaRPr lang="nl-B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3 keer </a:t>
            </a:r>
            <a:r>
              <a:rPr lang="nl-BE" dirty="0" err="1"/>
              <a:t>getGetal</a:t>
            </a:r>
            <a:r>
              <a:rPr lang="nl-BE" dirty="0"/>
              <a:t> </a:t>
            </a:r>
          </a:p>
        </p:txBody>
      </p:sp>
      <p:sp>
        <p:nvSpPr>
          <p:cNvPr id="29" name="start: stap 3">
            <a:extLst>
              <a:ext uri="{FF2B5EF4-FFF2-40B4-BE49-F238E27FC236}">
                <a16:creationId xmlns:a16="http://schemas.microsoft.com/office/drawing/2014/main" id="{1725669B-415F-B4C4-B3B9-632EFDA3134E}"/>
              </a:ext>
            </a:extLst>
          </p:cNvPr>
          <p:cNvSpPr txBox="1"/>
          <p:nvPr/>
        </p:nvSpPr>
        <p:spPr>
          <a:xfrm>
            <a:off x="4039268" y="1254212"/>
            <a:ext cx="1870290" cy="80666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 dc </a:t>
            </a:r>
            <a:r>
              <a:rPr lang="en-US" dirty="0">
                <a:sym typeface="Wingdings" panose="05000000000000000000" pitchFamily="2" charset="2"/>
              </a:rPr>
              <a:t> j  w1-w3</a:t>
            </a:r>
            <a:endParaRPr lang="en-US" dirty="0"/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Getal</a:t>
            </a:r>
            <a:r>
              <a:rPr lang="en-US" dirty="0"/>
              <a:t> van w1-w3 </a:t>
            </a:r>
            <a:r>
              <a:rPr lang="en-US" dirty="0" err="1"/>
              <a:t>aanpassen</a:t>
            </a:r>
            <a:r>
              <a:rPr lang="en-US" dirty="0"/>
              <a:t> via </a:t>
            </a:r>
            <a:r>
              <a:rPr lang="en-US" dirty="0" err="1"/>
              <a:t>draai</a:t>
            </a:r>
            <a:endParaRPr lang="en-US" dirty="0"/>
          </a:p>
        </p:txBody>
      </p:sp>
      <p:pic>
        <p:nvPicPr>
          <p:cNvPr id="8" name="SO1B_einde" descr="A diagram of a jackpot&#10;&#10;Description automatically generated">
            <a:extLst>
              <a:ext uri="{FF2B5EF4-FFF2-40B4-BE49-F238E27FC236}">
                <a16:creationId xmlns:a16="http://schemas.microsoft.com/office/drawing/2014/main" id="{0B0F9555-366E-58E1-4D52-6CDBA0802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406" y="913261"/>
            <a:ext cx="1788377" cy="3106868"/>
          </a:xfrm>
          <a:prstGeom prst="rect">
            <a:avLst/>
          </a:prstGeom>
        </p:spPr>
      </p:pic>
      <p:pic>
        <p:nvPicPr>
          <p:cNvPr id="25" name="SO2A_stap2_speel.png">
            <a:extLst>
              <a:ext uri="{FF2B5EF4-FFF2-40B4-BE49-F238E27FC236}">
                <a16:creationId xmlns:a16="http://schemas.microsoft.com/office/drawing/2014/main" id="{83AFD9CF-061A-D581-1B27-CF35FE10E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3728" y="910710"/>
            <a:ext cx="1788376" cy="3106873"/>
          </a:xfrm>
          <a:prstGeom prst="rect">
            <a:avLst/>
          </a:prstGeom>
        </p:spPr>
      </p:pic>
      <p:pic>
        <p:nvPicPr>
          <p:cNvPr id="36" name="SO2A_stap3_deel1_draai">
            <a:extLst>
              <a:ext uri="{FF2B5EF4-FFF2-40B4-BE49-F238E27FC236}">
                <a16:creationId xmlns:a16="http://schemas.microsoft.com/office/drawing/2014/main" id="{B57E35DC-1CEF-448C-C808-5A2F17E23A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97483" y="982636"/>
            <a:ext cx="1812503" cy="3226117"/>
          </a:xfrm>
          <a:prstGeom prst="rect">
            <a:avLst/>
          </a:prstGeom>
        </p:spPr>
      </p:pic>
      <p:pic>
        <p:nvPicPr>
          <p:cNvPr id="38" name="SO2A_stap3_deel2_speel.png">
            <a:extLst>
              <a:ext uri="{FF2B5EF4-FFF2-40B4-BE49-F238E27FC236}">
                <a16:creationId xmlns:a16="http://schemas.microsoft.com/office/drawing/2014/main" id="{D43E8429-D5EB-65A9-DB0E-836ABA94A2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05846" y="748624"/>
            <a:ext cx="1788376" cy="3694139"/>
          </a:xfrm>
          <a:prstGeom prst="rect">
            <a:avLst/>
          </a:prstGeom>
        </p:spPr>
      </p:pic>
      <p:pic>
        <p:nvPicPr>
          <p:cNvPr id="59" name="SO2B_stap2_score">
            <a:extLst>
              <a:ext uri="{FF2B5EF4-FFF2-40B4-BE49-F238E27FC236}">
                <a16:creationId xmlns:a16="http://schemas.microsoft.com/office/drawing/2014/main" id="{345AB93F-CE53-2394-49EE-DA2C8E3368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83955" y="747306"/>
            <a:ext cx="1788376" cy="3694136"/>
          </a:xfrm>
          <a:prstGeom prst="rect">
            <a:avLst/>
          </a:prstGeom>
        </p:spPr>
      </p:pic>
      <p:pic>
        <p:nvPicPr>
          <p:cNvPr id="63" name="SO2B_stap3_score">
            <a:extLst>
              <a:ext uri="{FF2B5EF4-FFF2-40B4-BE49-F238E27FC236}">
                <a16:creationId xmlns:a16="http://schemas.microsoft.com/office/drawing/2014/main" id="{55945529-D460-004E-2E01-612BFF941D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1864" y="766324"/>
            <a:ext cx="1852357" cy="3826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38E38-777E-C5D1-80D3-E5E3A0159061}"/>
              </a:ext>
            </a:extLst>
          </p:cNvPr>
          <p:cNvSpPr txBox="1"/>
          <p:nvPr/>
        </p:nvSpPr>
        <p:spPr>
          <a:xfrm>
            <a:off x="1334126" y="2633011"/>
            <a:ext cx="345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320000" algn="l"/>
              </a:tabLst>
            </a:pPr>
            <a:r>
              <a:rPr lang="nl-BE" sz="3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</a:p>
        </p:txBody>
      </p:sp>
    </p:spTree>
    <p:extLst>
      <p:ext uri="{BB962C8B-B14F-4D97-AF65-F5344CB8AC3E}">
        <p14:creationId xmlns:p14="http://schemas.microsoft.com/office/powerpoint/2010/main" val="366884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9" grpId="0" animBg="1"/>
      <p:bldP spid="44" grpId="0" uiExpand="1" build="p" animBg="1" rev="1"/>
      <p:bldP spid="29" grpId="0" uiExpand="1" build="p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D91E1B0-948D-78B6-DC6B-C914B0EB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6" y="1214749"/>
            <a:ext cx="4097586" cy="2985049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EF59DDBF-9EAA-6F16-E3A1-945AACCC395A}"/>
              </a:ext>
            </a:extLst>
          </p:cNvPr>
          <p:cNvSpPr/>
          <p:nvPr/>
        </p:nvSpPr>
        <p:spPr>
          <a:xfrm>
            <a:off x="713235" y="1722009"/>
            <a:ext cx="3666045" cy="58263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8FBBBF15-60A0-F8F2-055B-F8018309A24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 flipV="1">
            <a:off x="4159935" y="2297035"/>
            <a:ext cx="990900" cy="3184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5150835" y="1462681"/>
            <a:ext cx="1859864" cy="1668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Geen data ophalen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tussentoestand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DCD niet aanpassen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55D8C-D27C-34B2-B117-51892D7C5A88}"/>
              </a:ext>
            </a:extLst>
          </p:cNvPr>
          <p:cNvSpPr txBox="1"/>
          <p:nvPr/>
        </p:nvSpPr>
        <p:spPr>
          <a:xfrm>
            <a:off x="4481854" y="1658309"/>
            <a:ext cx="345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320000" algn="l"/>
              </a:tabLst>
            </a:pPr>
            <a:r>
              <a:rPr lang="nl-BE" sz="3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5" name="kader SO 1">
            <a:extLst>
              <a:ext uri="{FF2B5EF4-FFF2-40B4-BE49-F238E27FC236}">
                <a16:creationId xmlns:a16="http://schemas.microsoft.com/office/drawing/2014/main" id="{4E84856F-D7DB-D11F-A721-0E44E4D2F617}"/>
              </a:ext>
            </a:extLst>
          </p:cNvPr>
          <p:cNvSpPr/>
          <p:nvPr/>
        </p:nvSpPr>
        <p:spPr>
          <a:xfrm>
            <a:off x="713236" y="2848930"/>
            <a:ext cx="3666045" cy="1022375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19118-6592-B82A-EF74-85D162C9E293}"/>
              </a:ext>
            </a:extLst>
          </p:cNvPr>
          <p:cNvSpPr txBox="1"/>
          <p:nvPr/>
        </p:nvSpPr>
        <p:spPr>
          <a:xfrm>
            <a:off x="4493423" y="2620200"/>
            <a:ext cx="345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4320000" algn="l"/>
              </a:tabLst>
            </a:pPr>
            <a:r>
              <a:rPr lang="nl-BE" sz="3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6" name="kader SO 1">
            <a:extLst>
              <a:ext uri="{FF2B5EF4-FFF2-40B4-BE49-F238E27FC236}">
                <a16:creationId xmlns:a16="http://schemas.microsoft.com/office/drawing/2014/main" id="{103F79CB-B2F3-94C9-3DA7-991C2D8801CB}"/>
              </a:ext>
            </a:extLst>
          </p:cNvPr>
          <p:cNvSpPr/>
          <p:nvPr/>
        </p:nvSpPr>
        <p:spPr>
          <a:xfrm>
            <a:off x="715240" y="2419073"/>
            <a:ext cx="3444695" cy="3928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108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6" grpId="0" animBg="1"/>
    </p:bldLst>
  </p:timing>
</p:sld>
</file>

<file path=ppt/theme/theme1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CC9219CDE3643A3AB9662AE8967EF" ma:contentTypeVersion="9" ma:contentTypeDescription="Een nieuw document maken." ma:contentTypeScope="" ma:versionID="d4fee887ed0f745a573c54bef215fb6c">
  <xsd:schema xmlns:xsd="http://www.w3.org/2001/XMLSchema" xmlns:xs="http://www.w3.org/2001/XMLSchema" xmlns:p="http://schemas.microsoft.com/office/2006/metadata/properties" xmlns:ns2="a6605698-f7af-4793-800a-c8e7c4529028" xmlns:ns3="ac0f5b23-421e-4b12-976e-a91b19169f8e" targetNamespace="http://schemas.microsoft.com/office/2006/metadata/properties" ma:root="true" ma:fieldsID="41f7c8d2cffa4531964d76742ecb0fb3" ns2:_="" ns3:_="">
    <xsd:import namespace="a6605698-f7af-4793-800a-c8e7c4529028"/>
    <xsd:import namespace="ac0f5b23-421e-4b12-976e-a91b19169f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05698-f7af-4793-800a-c8e7c4529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f5b23-421e-4b12-976e-a91b19169f8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a6aa462-be32-4ce6-b9b4-4368c0b8d54c}" ma:internalName="TaxCatchAll" ma:showField="CatchAllData" ma:web="ac0f5b23-421e-4b12-976e-a91b19169f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0f5b23-421e-4b12-976e-a91b19169f8e" xsi:nil="true"/>
    <lcf76f155ced4ddcb4097134ff3c332f xmlns="a6605698-f7af-4793-800a-c8e7c452902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61AFDE-6F8F-4C12-BB0A-4B823048EE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05698-f7af-4793-800a-c8e7c4529028"/>
    <ds:schemaRef ds:uri="ac0f5b23-421e-4b12-976e-a91b19169f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D6FCC5-9E80-433C-A29C-24EB2379A580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44ff2f1d-2822-4846-92fa-1b6a93b438d5"/>
    <ds:schemaRef ds:uri="http://schemas.openxmlformats.org/package/2006/metadata/core-properties"/>
    <ds:schemaRef ds:uri="76666a8f-3f3e-4a59-823b-46bbc3ea8fec"/>
    <ds:schemaRef ds:uri="http://purl.org/dc/dcmitype/"/>
    <ds:schemaRef ds:uri="ac0f5b23-421e-4b12-976e-a91b19169f8e"/>
    <ds:schemaRef ds:uri="a6605698-f7af-4793-800a-c8e7c4529028"/>
  </ds:schemaRefs>
</ds:datastoreItem>
</file>

<file path=customXml/itemProps3.xml><?xml version="1.0" encoding="utf-8"?>
<ds:datastoreItem xmlns:ds="http://schemas.openxmlformats.org/officeDocument/2006/customXml" ds:itemID="{D372CB05-A679-46A1-87A7-FF1E5CD95C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HOGENT</Template>
  <TotalTime>4379</TotalTime>
  <Words>248</Words>
  <Application>Microsoft Office PowerPoint</Application>
  <PresentationFormat>On-screen Show (16:9)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</vt:lpstr>
      <vt:lpstr>Montserrat ExtraLight</vt:lpstr>
      <vt:lpstr>Montserrat</vt:lpstr>
      <vt:lpstr>Montserrat ExtraBold</vt:lpstr>
      <vt:lpstr>Wingdings</vt:lpstr>
      <vt:lpstr>Montserrat SemiBold</vt:lpstr>
      <vt:lpstr>Arial</vt:lpstr>
      <vt:lpstr>Times New Roman</vt:lpstr>
      <vt:lpstr>Kantoorthema</vt:lpstr>
      <vt:lpstr>OOSD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Hogeschool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stefaan.samyn@hogent.be</dc:creator>
  <cp:lastModifiedBy>Fien Spriet</cp:lastModifiedBy>
  <cp:revision>265</cp:revision>
  <cp:lastPrinted>2023-11-15T22:26:57Z</cp:lastPrinted>
  <dcterms:created xsi:type="dcterms:W3CDTF">2018-08-07T08:19:18Z</dcterms:created>
  <dcterms:modified xsi:type="dcterms:W3CDTF">2025-11-01T12:29:51Z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0x010100AABCC9219CDE3643A3AB9662AE8967EF</vt:lpwstr>
  </property>
</Properties>
</file>