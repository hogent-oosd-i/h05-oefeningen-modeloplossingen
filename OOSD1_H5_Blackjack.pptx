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72" r:id="rId5"/>
    <p:sldId id="873" r:id="rId6"/>
    <p:sldId id="890" r:id="rId7"/>
    <p:sldId id="889" r:id="rId8"/>
    <p:sldId id="891" r:id="rId9"/>
    <p:sldId id="892" r:id="rId10"/>
    <p:sldId id="893" r:id="rId11"/>
  </p:sldIdLst>
  <p:sldSz cx="9144000" cy="5143500" type="screen16x9"/>
  <p:notesSz cx="10234613" cy="7104063"/>
  <p:embeddedFontLst>
    <p:embeddedFont>
      <p:font typeface="Montserrat" pitchFamily="2" charset="0"/>
      <p:regular r:id="rId14"/>
      <p:bold r:id="rId15"/>
      <p:italic r:id="rId16"/>
      <p:boldItalic r:id="rId17"/>
    </p:embeddedFont>
    <p:embeddedFont>
      <p:font typeface="Montserrat ExtraBold" pitchFamily="2" charset="0"/>
      <p:bold r:id="rId18"/>
      <p:boldItalic r:id="rId19"/>
    </p:embeddedFont>
    <p:embeddedFont>
      <p:font typeface="Montserrat ExtraLight" pitchFamily="2" charset="0"/>
      <p:regular r:id="rId20"/>
      <p:italic r:id="rId21"/>
    </p:embeddedFont>
    <p:embeddedFont>
      <p:font typeface="Montserrat SemiBold" pitchFamily="2" charset="0"/>
      <p:bold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9">
          <p15:clr>
            <a:srgbClr val="A4A3A4"/>
          </p15:clr>
        </p15:guide>
        <p15:guide id="2" pos="2888">
          <p15:clr>
            <a:srgbClr val="A4A3A4"/>
          </p15:clr>
        </p15:guide>
        <p15:guide id="3" orient="horz" pos="1614">
          <p15:clr>
            <a:srgbClr val="A4A3A4"/>
          </p15:clr>
        </p15:guide>
        <p15:guide id="4" pos="4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FFF00"/>
    <a:srgbClr val="00B050"/>
    <a:srgbClr val="F8F8F8"/>
    <a:srgbClr val="F6F6F6"/>
    <a:srgbClr val="FF9933"/>
    <a:srgbClr val="0070C0"/>
    <a:srgbClr val="F5A5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211861-F03C-4F96-9D3E-ED11DE9EBACA}" v="1" dt="2024-09-18T09:21:11.708"/>
    <p1510:client id="{BF36353F-36B9-4FED-917A-0745732CED0E}" v="1" dt="2024-09-18T09:19:00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45" autoAdjust="0"/>
  </p:normalViewPr>
  <p:slideViewPr>
    <p:cSldViewPr snapToGrid="0" snapToObjects="1" showGuides="1">
      <p:cViewPr varScale="1">
        <p:scale>
          <a:sx n="128" d="100"/>
          <a:sy n="128" d="100"/>
        </p:scale>
        <p:origin x="144" y="342"/>
      </p:cViewPr>
      <p:guideLst>
        <p:guide orient="horz" pos="1639"/>
        <p:guide pos="2888"/>
        <p:guide orient="horz" pos="1614"/>
        <p:guide pos="4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690"/>
    </p:cViewPr>
  </p:sorterViewPr>
  <p:notesViewPr>
    <p:cSldViewPr snapToGrid="0" snapToObjects="1">
      <p:cViewPr varScale="1">
        <p:scale>
          <a:sx n="73" d="100"/>
          <a:sy n="73" d="100"/>
        </p:scale>
        <p:origin x="405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en Spriet" userId="28c6bad0-c7dd-4315-9906-c1a71a1827bd" providerId="ADAL" clId="{19A862FE-954D-4027-A1B4-8ECAD6DA4954}"/>
    <pc:docChg chg="modSld modNotesMaster modHandout">
      <pc:chgData name="Fien Spriet" userId="28c6bad0-c7dd-4315-9906-c1a71a1827bd" providerId="ADAL" clId="{19A862FE-954D-4027-A1B4-8ECAD6DA4954}" dt="2023-11-15T21:53:28.896" v="4" actId="729"/>
      <pc:docMkLst>
        <pc:docMk/>
      </pc:docMkLst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801008464" sldId="748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556767461" sldId="749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959416312" sldId="84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625178969" sldId="856"/>
        </pc:sldMkLst>
      </pc:sldChg>
      <pc:sldChg chg="mod modShow">
        <pc:chgData name="Fien Spriet" userId="28c6bad0-c7dd-4315-9906-c1a71a1827bd" providerId="ADAL" clId="{19A862FE-954D-4027-A1B4-8ECAD6DA4954}" dt="2023-11-15T21:53:28.896" v="4" actId="729"/>
        <pc:sldMkLst>
          <pc:docMk/>
          <pc:sldMk cId="3170510318" sldId="87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711262040" sldId="880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3046164917" sldId="881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497989783" sldId="882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3033378283" sldId="88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594068690" sldId="884"/>
        </pc:sldMkLst>
      </pc:sldChg>
      <pc:sldChg chg="mod modShow">
        <pc:chgData name="Fien Spriet" userId="28c6bad0-c7dd-4315-9906-c1a71a1827bd" providerId="ADAL" clId="{19A862FE-954D-4027-A1B4-8ECAD6DA4954}" dt="2023-11-15T21:53:24.315" v="3" actId="729"/>
        <pc:sldMkLst>
          <pc:docMk/>
          <pc:sldMk cId="2643581258" sldId="885"/>
        </pc:sldMkLst>
      </pc:sldChg>
    </pc:docChg>
  </pc:docChgLst>
  <pc:docChgLst>
    <pc:chgData name="Fien Spriet" userId="28c6bad0-c7dd-4315-9906-c1a71a1827bd" providerId="ADAL" clId="{CBBFB0D6-F553-4358-8655-769D9336AC59}"/>
    <pc:docChg chg="undo custSel addSld delSld modSld">
      <pc:chgData name="Fien Spriet" userId="28c6bad0-c7dd-4315-9906-c1a71a1827bd" providerId="ADAL" clId="{CBBFB0D6-F553-4358-8655-769D9336AC59}" dt="2023-11-15T22:25:45.384" v="58" actId="1076"/>
      <pc:docMkLst>
        <pc:docMk/>
      </pc:docMkLst>
      <pc:sldChg chg="modSp add del mod">
        <pc:chgData name="Fien Spriet" userId="28c6bad0-c7dd-4315-9906-c1a71a1827bd" providerId="ADAL" clId="{CBBFB0D6-F553-4358-8655-769D9336AC59}" dt="2023-11-15T22:24:00.197" v="45" actId="20577"/>
        <pc:sldMkLst>
          <pc:docMk/>
          <pc:sldMk cId="915807263" sldId="272"/>
        </pc:sldMkLst>
        <pc:spChg chg="mod">
          <ac:chgData name="Fien Spriet" userId="28c6bad0-c7dd-4315-9906-c1a71a1827bd" providerId="ADAL" clId="{CBBFB0D6-F553-4358-8655-769D9336AC59}" dt="2023-11-15T22:24:00.197" v="45" actId="20577"/>
          <ac:spMkLst>
            <pc:docMk/>
            <pc:sldMk cId="915807263" sldId="272"/>
            <ac:spMk id="22" creationId="{00000000-0000-0000-0000-000000000000}"/>
          </ac:spMkLst>
        </pc:spChg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8420119" sldId="68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4148530126" sldId="691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801008464" sldId="748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556767461" sldId="74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03597265" sldId="818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0" sldId="820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959416312" sldId="843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625178969" sldId="856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3224643763" sldId="867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732876743" sldId="868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4072291424" sldId="86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390325598" sldId="870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102216657" sldId="871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205331084" sldId="872"/>
        </pc:sldMkLst>
      </pc:sldChg>
      <pc:sldChg chg="addSp delSp modSp mod modShow">
        <pc:chgData name="Fien Spriet" userId="28c6bad0-c7dd-4315-9906-c1a71a1827bd" providerId="ADAL" clId="{CBBFB0D6-F553-4358-8655-769D9336AC59}" dt="2023-11-15T22:25:45.384" v="58" actId="1076"/>
        <pc:sldMkLst>
          <pc:docMk/>
          <pc:sldMk cId="3170510318" sldId="873"/>
        </pc:sldMkLst>
        <pc:graphicFrameChg chg="del modGraphic">
          <ac:chgData name="Fien Spriet" userId="28c6bad0-c7dd-4315-9906-c1a71a1827bd" providerId="ADAL" clId="{CBBFB0D6-F553-4358-8655-769D9336AC59}" dt="2023-11-15T22:24:40.625" v="54" actId="478"/>
          <ac:graphicFrameMkLst>
            <pc:docMk/>
            <pc:sldMk cId="3170510318" sldId="873"/>
            <ac:graphicFrameMk id="2" creationId="{B68B330D-FD8F-C145-0002-5EA399E0B4BB}"/>
          </ac:graphicFrameMkLst>
        </pc:graphicFrameChg>
        <pc:picChg chg="del mod">
          <ac:chgData name="Fien Spriet" userId="28c6bad0-c7dd-4315-9906-c1a71a1827bd" providerId="ADAL" clId="{CBBFB0D6-F553-4358-8655-769D9336AC59}" dt="2023-11-15T22:24:37.863" v="51" actId="478"/>
          <ac:picMkLst>
            <pc:docMk/>
            <pc:sldMk cId="3170510318" sldId="873"/>
            <ac:picMk id="3" creationId="{A6FC49D1-0C72-90F2-01B7-F4255133A971}"/>
          </ac:picMkLst>
        </pc:picChg>
        <pc:picChg chg="add mod">
          <ac:chgData name="Fien Spriet" userId="28c6bad0-c7dd-4315-9906-c1a71a1827bd" providerId="ADAL" clId="{CBBFB0D6-F553-4358-8655-769D9336AC59}" dt="2023-11-15T22:25:45.384" v="58" actId="1076"/>
          <ac:picMkLst>
            <pc:docMk/>
            <pc:sldMk cId="3170510318" sldId="873"/>
            <ac:picMk id="5" creationId="{CF63186F-48B3-BD83-36D2-CD21C92D5FF6}"/>
          </ac:picMkLst>
        </pc:picChg>
        <pc:picChg chg="del">
          <ac:chgData name="Fien Spriet" userId="28c6bad0-c7dd-4315-9906-c1a71a1827bd" providerId="ADAL" clId="{CBBFB0D6-F553-4358-8655-769D9336AC59}" dt="2023-11-15T22:24:38.437" v="52" actId="478"/>
          <ac:picMkLst>
            <pc:docMk/>
            <pc:sldMk cId="3170510318" sldId="873"/>
            <ac:picMk id="20" creationId="{2BB4404D-A67B-10AB-06B4-C345CF2FA341}"/>
          </ac:picMkLst>
        </pc:picChg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203321728" sldId="874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371355390" sldId="875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93858090" sldId="876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490973795" sldId="877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1026054" sldId="878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3046164917" sldId="881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497989783" sldId="882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3033378283" sldId="883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594068690" sldId="884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643581258" sldId="885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430293884" sldId="886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866826947" sldId="887"/>
        </pc:sldMkLst>
      </pc:sldChg>
    </pc:docChg>
  </pc:docChgLst>
  <pc:docChgLst>
    <pc:chgData name="Fien Spriet" userId="28c6bad0-c7dd-4315-9906-c1a71a1827bd" providerId="ADAL" clId="{4F211861-F03C-4F96-9D3E-ED11DE9EBACA}"/>
    <pc:docChg chg="custSel modSld">
      <pc:chgData name="Fien Spriet" userId="28c6bad0-c7dd-4315-9906-c1a71a1827bd" providerId="ADAL" clId="{4F211861-F03C-4F96-9D3E-ED11DE9EBACA}" dt="2024-09-18T09:23:09.428" v="20" actId="20577"/>
      <pc:docMkLst>
        <pc:docMk/>
      </pc:docMkLst>
      <pc:sldChg chg="modSp mod">
        <pc:chgData name="Fien Spriet" userId="28c6bad0-c7dd-4315-9906-c1a71a1827bd" providerId="ADAL" clId="{4F211861-F03C-4F96-9D3E-ED11DE9EBACA}" dt="2024-09-18T09:23:09.428" v="20" actId="20577"/>
        <pc:sldMkLst>
          <pc:docMk/>
          <pc:sldMk cId="915807263" sldId="272"/>
        </pc:sldMkLst>
        <pc:spChg chg="mod">
          <ac:chgData name="Fien Spriet" userId="28c6bad0-c7dd-4315-9906-c1a71a1827bd" providerId="ADAL" clId="{4F211861-F03C-4F96-9D3E-ED11DE9EBACA}" dt="2024-09-18T09:23:09.428" v="20" actId="20577"/>
          <ac:spMkLst>
            <pc:docMk/>
            <pc:sldMk cId="915807263" sldId="272"/>
            <ac:spMk id="22" creationId="{00000000-0000-0000-0000-000000000000}"/>
          </ac:spMkLst>
        </pc:spChg>
      </pc:sldChg>
      <pc:sldChg chg="addSp delSp modSp mod">
        <pc:chgData name="Fien Spriet" userId="28c6bad0-c7dd-4315-9906-c1a71a1827bd" providerId="ADAL" clId="{4F211861-F03C-4F96-9D3E-ED11DE9EBACA}" dt="2024-09-18T09:21:36.038" v="11" actId="1076"/>
        <pc:sldMkLst>
          <pc:docMk/>
          <pc:sldMk cId="3170510318" sldId="873"/>
        </pc:sldMkLst>
        <pc:picChg chg="add mod ord">
          <ac:chgData name="Fien Spriet" userId="28c6bad0-c7dd-4315-9906-c1a71a1827bd" providerId="ADAL" clId="{4F211861-F03C-4F96-9D3E-ED11DE9EBACA}" dt="2024-09-18T09:21:36.038" v="11" actId="1076"/>
          <ac:picMkLst>
            <pc:docMk/>
            <pc:sldMk cId="3170510318" sldId="873"/>
            <ac:picMk id="3" creationId="{545F7794-B1FB-F9A7-1828-5D1BB2CCBD0F}"/>
          </ac:picMkLst>
        </pc:picChg>
        <pc:picChg chg="del">
          <ac:chgData name="Fien Spriet" userId="28c6bad0-c7dd-4315-9906-c1a71a1827bd" providerId="ADAL" clId="{4F211861-F03C-4F96-9D3E-ED11DE9EBACA}" dt="2024-09-18T09:21:01.948" v="0" actId="478"/>
          <ac:picMkLst>
            <pc:docMk/>
            <pc:sldMk cId="3170510318" sldId="873"/>
            <ac:picMk id="4" creationId="{46959A4C-1F9E-BCE9-48F0-3575A0653A65}"/>
          </ac:picMkLst>
        </pc:picChg>
      </pc:sldChg>
    </pc:docChg>
  </pc:docChgLst>
  <pc:docChgLst>
    <pc:chgData name="Fien Spriet" userId="28c6bad0-c7dd-4315-9906-c1a71a1827bd" providerId="ADAL" clId="{BF36353F-36B9-4FED-917A-0745732CED0E}"/>
    <pc:docChg chg="undo custSel addSld delSld modSld">
      <pc:chgData name="Fien Spriet" userId="28c6bad0-c7dd-4315-9906-c1a71a1827bd" providerId="ADAL" clId="{BF36353F-36B9-4FED-917A-0745732CED0E}" dt="2024-09-18T09:19:20.061" v="24" actId="14100"/>
      <pc:docMkLst>
        <pc:docMk/>
      </pc:docMkLst>
      <pc:sldChg chg="modSp mod">
        <pc:chgData name="Fien Spriet" userId="28c6bad0-c7dd-4315-9906-c1a71a1827bd" providerId="ADAL" clId="{BF36353F-36B9-4FED-917A-0745732CED0E}" dt="2024-09-18T09:18:33.236" v="9" actId="20577"/>
        <pc:sldMkLst>
          <pc:docMk/>
          <pc:sldMk cId="915807263" sldId="272"/>
        </pc:sldMkLst>
        <pc:spChg chg="mod">
          <ac:chgData name="Fien Spriet" userId="28c6bad0-c7dd-4315-9906-c1a71a1827bd" providerId="ADAL" clId="{BF36353F-36B9-4FED-917A-0745732CED0E}" dt="2024-09-18T09:18:33.236" v="9" actId="20577"/>
          <ac:spMkLst>
            <pc:docMk/>
            <pc:sldMk cId="915807263" sldId="272"/>
            <ac:spMk id="22" creationId="{00000000-0000-0000-0000-000000000000}"/>
          </ac:spMkLst>
        </pc:spChg>
      </pc:sldChg>
      <pc:sldChg chg="del">
        <pc:chgData name="Fien Spriet" userId="28c6bad0-c7dd-4315-9906-c1a71a1827bd" providerId="ADAL" clId="{BF36353F-36B9-4FED-917A-0745732CED0E}" dt="2024-09-18T09:18:35.476" v="10" actId="47"/>
        <pc:sldMkLst>
          <pc:docMk/>
          <pc:sldMk cId="2625178969" sldId="856"/>
        </pc:sldMkLst>
      </pc:sldChg>
      <pc:sldChg chg="addSp delSp modSp mod">
        <pc:chgData name="Fien Spriet" userId="28c6bad0-c7dd-4315-9906-c1a71a1827bd" providerId="ADAL" clId="{BF36353F-36B9-4FED-917A-0745732CED0E}" dt="2024-09-18T09:19:20.061" v="24" actId="14100"/>
        <pc:sldMkLst>
          <pc:docMk/>
          <pc:sldMk cId="3170510318" sldId="873"/>
        </pc:sldMkLst>
        <pc:picChg chg="del">
          <ac:chgData name="Fien Spriet" userId="28c6bad0-c7dd-4315-9906-c1a71a1827bd" providerId="ADAL" clId="{BF36353F-36B9-4FED-917A-0745732CED0E}" dt="2024-09-18T09:18:46.213" v="15" actId="478"/>
          <ac:picMkLst>
            <pc:docMk/>
            <pc:sldMk cId="3170510318" sldId="873"/>
            <ac:picMk id="3" creationId="{C4AA4E6F-D745-3533-8AD0-D769B6CEA305}"/>
          </ac:picMkLst>
        </pc:picChg>
        <pc:picChg chg="add mod ord">
          <ac:chgData name="Fien Spriet" userId="28c6bad0-c7dd-4315-9906-c1a71a1827bd" providerId="ADAL" clId="{BF36353F-36B9-4FED-917A-0745732CED0E}" dt="2024-09-18T09:19:20.061" v="24" actId="14100"/>
          <ac:picMkLst>
            <pc:docMk/>
            <pc:sldMk cId="3170510318" sldId="873"/>
            <ac:picMk id="4" creationId="{46959A4C-1F9E-BCE9-48F0-3575A0653A65}"/>
          </ac:picMkLst>
        </pc:picChg>
      </pc:sldChg>
      <pc:sldChg chg="add del">
        <pc:chgData name="Fien Spriet" userId="28c6bad0-c7dd-4315-9906-c1a71a1827bd" providerId="ADAL" clId="{BF36353F-36B9-4FED-917A-0745732CED0E}" dt="2024-09-18T09:18:43.836" v="14" actId="47"/>
        <pc:sldMkLst>
          <pc:docMk/>
          <pc:sldMk cId="711262040" sldId="880"/>
        </pc:sldMkLst>
      </pc:sldChg>
      <pc:sldChg chg="del">
        <pc:chgData name="Fien Spriet" userId="28c6bad0-c7dd-4315-9906-c1a71a1827bd" providerId="ADAL" clId="{BF36353F-36B9-4FED-917A-0745732CED0E}" dt="2024-09-18T09:18:41.663" v="11" actId="47"/>
        <pc:sldMkLst>
          <pc:docMk/>
          <pc:sldMk cId="956143234" sldId="890"/>
        </pc:sldMkLst>
      </pc:sldChg>
      <pc:sldChg chg="del">
        <pc:chgData name="Fien Spriet" userId="28c6bad0-c7dd-4315-9906-c1a71a1827bd" providerId="ADAL" clId="{BF36353F-36B9-4FED-917A-0745732CED0E}" dt="2024-09-18T09:18:42.190" v="12" actId="47"/>
        <pc:sldMkLst>
          <pc:docMk/>
          <pc:sldMk cId="3235059197" sldId="891"/>
        </pc:sldMkLst>
      </pc:sldChg>
    </pc:docChg>
  </pc:docChgLst>
  <pc:docChgLst>
    <pc:chgData name="Fien Spriet" userId="28c6bad0-c7dd-4315-9906-c1a71a1827bd" providerId="ADAL" clId="{643367F0-E2D0-4714-9E44-EE708B2B2FFD}"/>
    <pc:docChg chg="undo custSel addSld delSld modSld modNotesMaster modHandout">
      <pc:chgData name="Fien Spriet" userId="28c6bad0-c7dd-4315-9906-c1a71a1827bd" providerId="ADAL" clId="{643367F0-E2D0-4714-9E44-EE708B2B2FFD}" dt="2023-11-15T22:38:28.226" v="84" actId="729"/>
      <pc:docMkLst>
        <pc:docMk/>
      </pc:docMkLst>
      <pc:sldChg chg="modSp mod">
        <pc:chgData name="Fien Spriet" userId="28c6bad0-c7dd-4315-9906-c1a71a1827bd" providerId="ADAL" clId="{643367F0-E2D0-4714-9E44-EE708B2B2FFD}" dt="2023-11-15T22:28:19.357" v="7" actId="20577"/>
        <pc:sldMkLst>
          <pc:docMk/>
          <pc:sldMk cId="915807263" sldId="272"/>
        </pc:sldMkLst>
        <pc:spChg chg="mod">
          <ac:chgData name="Fien Spriet" userId="28c6bad0-c7dd-4315-9906-c1a71a1827bd" providerId="ADAL" clId="{643367F0-E2D0-4714-9E44-EE708B2B2FFD}" dt="2023-11-15T22:28:19.357" v="7" actId="20577"/>
          <ac:spMkLst>
            <pc:docMk/>
            <pc:sldMk cId="915807263" sldId="272"/>
            <ac:spMk id="22" creationId="{00000000-0000-0000-0000-000000000000}"/>
          </ac:spMkLst>
        </pc:spChg>
      </pc:sldChg>
      <pc:sldChg chg="addSp delSp modSp add mod">
        <pc:chgData name="Fien Spriet" userId="28c6bad0-c7dd-4315-9906-c1a71a1827bd" providerId="ADAL" clId="{643367F0-E2D0-4714-9E44-EE708B2B2FFD}" dt="2023-11-15T22:28:33.715" v="41" actId="478"/>
        <pc:sldMkLst>
          <pc:docMk/>
          <pc:sldMk cId="2625178969" sldId="856"/>
        </pc:sldMkLst>
        <pc:spChg chg="add mod">
          <ac:chgData name="Fien Spriet" userId="28c6bad0-c7dd-4315-9906-c1a71a1827bd" providerId="ADAL" clId="{643367F0-E2D0-4714-9E44-EE708B2B2FFD}" dt="2023-11-15T22:28:33.715" v="41" actId="478"/>
          <ac:spMkLst>
            <pc:docMk/>
            <pc:sldMk cId="2625178969" sldId="856"/>
            <ac:spMk id="4" creationId="{9DB69ECC-9BD4-C857-98F0-84C23FE18B5F}"/>
          </ac:spMkLst>
        </pc:spChg>
        <pc:spChg chg="del">
          <ac:chgData name="Fien Spriet" userId="28c6bad0-c7dd-4315-9906-c1a71a1827bd" providerId="ADAL" clId="{643367F0-E2D0-4714-9E44-EE708B2B2FFD}" dt="2023-11-15T22:28:33.715" v="41" actId="478"/>
          <ac:spMkLst>
            <pc:docMk/>
            <pc:sldMk cId="2625178969" sldId="856"/>
            <ac:spMk id="15" creationId="{00000000-0000-0000-0000-000000000000}"/>
          </ac:spMkLst>
        </pc:spChg>
        <pc:spChg chg="mod">
          <ac:chgData name="Fien Spriet" userId="28c6bad0-c7dd-4315-9906-c1a71a1827bd" providerId="ADAL" clId="{643367F0-E2D0-4714-9E44-EE708B2B2FFD}" dt="2023-11-15T22:28:31.086" v="40" actId="20577"/>
          <ac:spMkLst>
            <pc:docMk/>
            <pc:sldMk cId="2625178969" sldId="856"/>
            <ac:spMk id="20" creationId="{00000000-0000-0000-0000-000000000000}"/>
          </ac:spMkLst>
        </pc:spChg>
      </pc:sldChg>
      <pc:sldChg chg="addSp delSp modSp mod">
        <pc:chgData name="Fien Spriet" userId="28c6bad0-c7dd-4315-9906-c1a71a1827bd" providerId="ADAL" clId="{643367F0-E2D0-4714-9E44-EE708B2B2FFD}" dt="2023-11-15T22:30:33.738" v="50" actId="167"/>
        <pc:sldMkLst>
          <pc:docMk/>
          <pc:sldMk cId="3170510318" sldId="873"/>
        </pc:sldMkLst>
        <pc:picChg chg="add mod ord">
          <ac:chgData name="Fien Spriet" userId="28c6bad0-c7dd-4315-9906-c1a71a1827bd" providerId="ADAL" clId="{643367F0-E2D0-4714-9E44-EE708B2B2FFD}" dt="2023-11-15T22:30:33.738" v="50" actId="167"/>
          <ac:picMkLst>
            <pc:docMk/>
            <pc:sldMk cId="3170510318" sldId="873"/>
            <ac:picMk id="3" creationId="{C4AA4E6F-D745-3533-8AD0-D769B6CEA305}"/>
          </ac:picMkLst>
        </pc:picChg>
        <pc:picChg chg="del">
          <ac:chgData name="Fien Spriet" userId="28c6bad0-c7dd-4315-9906-c1a71a1827bd" providerId="ADAL" clId="{643367F0-E2D0-4714-9E44-EE708B2B2FFD}" dt="2023-11-15T22:30:19.582" v="45" actId="478"/>
          <ac:picMkLst>
            <pc:docMk/>
            <pc:sldMk cId="3170510318" sldId="873"/>
            <ac:picMk id="5" creationId="{CF63186F-48B3-BD83-36D2-CD21C92D5FF6}"/>
          </ac:picMkLst>
        </pc:picChg>
      </pc:sldChg>
      <pc:sldChg chg="mod modShow">
        <pc:chgData name="Fien Spriet" userId="28c6bad0-c7dd-4315-9906-c1a71a1827bd" providerId="ADAL" clId="{643367F0-E2D0-4714-9E44-EE708B2B2FFD}" dt="2023-11-15T22:38:28.226" v="84" actId="729"/>
        <pc:sldMkLst>
          <pc:docMk/>
          <pc:sldMk cId="711262040" sldId="880"/>
        </pc:sldMkLst>
      </pc:sldChg>
      <pc:sldChg chg="mod modShow">
        <pc:chgData name="Fien Spriet" userId="28c6bad0-c7dd-4315-9906-c1a71a1827bd" providerId="ADAL" clId="{643367F0-E2D0-4714-9E44-EE708B2B2FFD}" dt="2023-11-15T22:38:28.226" v="84" actId="729"/>
        <pc:sldMkLst>
          <pc:docMk/>
          <pc:sldMk cId="2649753759" sldId="888"/>
        </pc:sldMkLst>
      </pc:sldChg>
      <pc:sldChg chg="del">
        <pc:chgData name="Fien Spriet" userId="28c6bad0-c7dd-4315-9906-c1a71a1827bd" providerId="ADAL" clId="{643367F0-E2D0-4714-9E44-EE708B2B2FFD}" dt="2023-11-15T22:38:24.316" v="83" actId="47"/>
        <pc:sldMkLst>
          <pc:docMk/>
          <pc:sldMk cId="3458774184" sldId="889"/>
        </pc:sldMkLst>
      </pc:sldChg>
      <pc:sldChg chg="modSp add del mod modShow">
        <pc:chgData name="Fien Spriet" userId="28c6bad0-c7dd-4315-9906-c1a71a1827bd" providerId="ADAL" clId="{643367F0-E2D0-4714-9E44-EE708B2B2FFD}" dt="2023-11-15T22:38:22.481" v="82" actId="47"/>
        <pc:sldMkLst>
          <pc:docMk/>
          <pc:sldMk cId="956143234" sldId="890"/>
        </pc:sldMkLst>
        <pc:spChg chg="mod">
          <ac:chgData name="Fien Spriet" userId="28c6bad0-c7dd-4315-9906-c1a71a1827bd" providerId="ADAL" clId="{643367F0-E2D0-4714-9E44-EE708B2B2FFD}" dt="2023-11-15T22:30:51.342" v="71" actId="20577"/>
          <ac:spMkLst>
            <pc:docMk/>
            <pc:sldMk cId="956143234" sldId="890"/>
            <ac:spMk id="20" creationId="{00000000-0000-0000-0000-000000000000}"/>
          </ac:spMkLst>
        </pc:spChg>
      </pc:sldChg>
      <pc:sldChg chg="addSp delSp modSp add mod replId">
        <pc:chgData name="Fien Spriet" userId="28c6bad0-c7dd-4315-9906-c1a71a1827bd" providerId="ADAL" clId="{643367F0-E2D0-4714-9E44-EE708B2B2FFD}" dt="2023-11-15T22:31:05.207" v="77" actId="167"/>
        <pc:sldMkLst>
          <pc:docMk/>
          <pc:sldMk cId="3235059197" sldId="891"/>
        </pc:sldMkLst>
        <pc:picChg chg="del">
          <ac:chgData name="Fien Spriet" userId="28c6bad0-c7dd-4315-9906-c1a71a1827bd" providerId="ADAL" clId="{643367F0-E2D0-4714-9E44-EE708B2B2FFD}" dt="2023-11-15T22:30:55.591" v="72" actId="478"/>
          <ac:picMkLst>
            <pc:docMk/>
            <pc:sldMk cId="3235059197" sldId="891"/>
            <ac:picMk id="3" creationId="{C4AA4E6F-D745-3533-8AD0-D769B6CEA305}"/>
          </ac:picMkLst>
        </pc:picChg>
        <pc:picChg chg="add mod ord">
          <ac:chgData name="Fien Spriet" userId="28c6bad0-c7dd-4315-9906-c1a71a1827bd" providerId="ADAL" clId="{643367F0-E2D0-4714-9E44-EE708B2B2FFD}" dt="2023-11-15T22:31:05.207" v="77" actId="167"/>
          <ac:picMkLst>
            <pc:docMk/>
            <pc:sldMk cId="3235059197" sldId="891"/>
            <ac:picMk id="4" creationId="{1A3947C4-3047-F5C2-E4E3-5016ED5A0E3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14BC5D-A909-794A-9D1F-04242A5D2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2D39D-108B-8343-B595-3F5E89FF8C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247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6A3F5-E40A-BE4C-A81C-F39E5E70F4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70B75-D9A9-6C4D-B558-BA6354982D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247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r">
              <a:defRPr sz="1200"/>
            </a:lvl1pPr>
          </a:lstStyle>
          <a:p>
            <a:fld id="{91488359-39DF-1646-878F-232245F3C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326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r">
              <a:defRPr sz="1200"/>
            </a:lvl1pPr>
          </a:lstStyle>
          <a:p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6088" y="887413"/>
            <a:ext cx="4262437" cy="2398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2" tIns="49522" rIns="99042" bIns="49522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418830"/>
            <a:ext cx="8187690" cy="2797225"/>
          </a:xfrm>
          <a:prstGeom prst="rect">
            <a:avLst/>
          </a:prstGeom>
        </p:spPr>
        <p:txBody>
          <a:bodyPr vert="horz" lIns="99042" tIns="49522" rIns="99042" bIns="4952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r">
              <a:defRPr sz="1200"/>
            </a:lvl1pPr>
          </a:lstStyle>
          <a:p>
            <a:fld id="{C73136C4-34BF-4F63-8452-154E418119A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7896867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77021" y="3816635"/>
            <a:ext cx="1464251" cy="82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39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5080" y="3908399"/>
            <a:ext cx="1460185" cy="82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07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sz="4200" b="0" i="0" baseline="0">
                <a:solidFill>
                  <a:srgbClr val="FFFFFF"/>
                </a:solidFill>
                <a:latin typeface="Montserrat ExtraBold" pitchFamily="2" charset="77"/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lang="nl-BE" sz="3200" b="0" i="0" kern="1200" baseline="0" dirty="0">
                <a:solidFill>
                  <a:srgbClr val="FFFFFF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9282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lang="nl-BE" sz="4200" b="0" i="0" kern="1200" baseline="0" dirty="0">
                <a:solidFill>
                  <a:schemeClr val="tx1"/>
                </a:solidFill>
                <a:latin typeface="Montserrat ExtraBold" pitchFamily="2" charset="77"/>
                <a:ea typeface="+mj-ea"/>
                <a:cs typeface="+mj-cs"/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26443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9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6438" y="741759"/>
            <a:ext cx="3856038" cy="1172312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2160389"/>
            <a:ext cx="2824162" cy="1876621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00">
                <a:solidFill>
                  <a:srgbClr val="FFFFFE"/>
                </a:solidFill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064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1433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9627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9627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1" i="0" kern="1200" smtClean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9627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52062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7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5337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8855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45850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49368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9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95338" y="2178050"/>
            <a:ext cx="3508375" cy="1888052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48519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rgbClr val="FFFFFE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1400" b="0" i="0" kern="1200" smtClean="0">
                <a:solidFill>
                  <a:srgbClr val="FFFFFE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73679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682" y="731678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586067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812681" y="1591510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74478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440378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 en beeld zwar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>
              <a:solidFill>
                <a:srgbClr val="000000"/>
              </a:solidFill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614010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812682" y="766594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rgbClr val="00000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812682" y="1619650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4592638" y="1601335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21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669509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 en beeld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>
              <a:solidFill>
                <a:srgbClr val="000000"/>
              </a:solidFill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4623" y="259614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454623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bg2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454622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0" i="0" kern="1200" dirty="0" smtClean="0">
                <a:solidFill>
                  <a:schemeClr val="bg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i="0" kern="1200" dirty="0" smtClean="0">
                <a:solidFill>
                  <a:schemeClr val="bg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545282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8" y="1499508"/>
            <a:ext cx="8229600" cy="2510850"/>
          </a:xfrm>
        </p:spPr>
        <p:txBody>
          <a:bodyPr>
            <a:normAutofit/>
          </a:bodyPr>
          <a:lstStyle>
            <a:lvl1pPr>
              <a:defRPr sz="2800" b="1" i="0">
                <a:solidFill>
                  <a:srgbClr val="FFFFFF"/>
                </a:solidFill>
                <a:latin typeface="Montserrat" panose="00000500000000000000" pitchFamily="2" charset="0"/>
              </a:defRPr>
            </a:lvl1pPr>
            <a:lvl2pPr>
              <a:defRPr sz="2400" b="1" i="0">
                <a:solidFill>
                  <a:srgbClr val="FFFFFF"/>
                </a:solidFill>
                <a:latin typeface="Montserrat" panose="00000500000000000000" pitchFamily="2" charset="0"/>
              </a:defRPr>
            </a:lvl2pPr>
            <a:lvl3pPr>
              <a:defRPr sz="2000" b="1" i="0">
                <a:solidFill>
                  <a:srgbClr val="FFFFFF"/>
                </a:solidFill>
                <a:latin typeface="Montserrat" panose="00000500000000000000" pitchFamily="2" charset="0"/>
              </a:defRPr>
            </a:lvl3pPr>
            <a:lvl4pPr>
              <a:defRPr sz="1800" b="1" i="0">
                <a:solidFill>
                  <a:srgbClr val="FFFFFF"/>
                </a:solidFill>
                <a:latin typeface="Montserrat" panose="00000500000000000000" pitchFamily="2" charset="0"/>
              </a:defRPr>
            </a:lvl4pPr>
            <a:lvl5pPr>
              <a:defRPr sz="1800" b="1" i="0">
                <a:solidFill>
                  <a:srgbClr val="FFFFFF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 i="0">
                <a:solidFill>
                  <a:schemeClr val="bg2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553320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7" userDrawn="1">
          <p15:clr>
            <a:srgbClr val="FBAE40"/>
          </p15:clr>
        </p15:guide>
        <p15:guide id="2" pos="478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 w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8" y="973031"/>
            <a:ext cx="7963929" cy="3207083"/>
          </a:xfrm>
        </p:spPr>
        <p:txBody>
          <a:bodyPr>
            <a:normAutofit/>
          </a:bodyPr>
          <a:lstStyle>
            <a:lvl1pPr marL="266700" indent="-266700">
              <a:defRPr sz="2800"/>
            </a:lvl1pPr>
            <a:lvl2pPr marL="541338" indent="-274638">
              <a:defRPr sz="2400"/>
            </a:lvl2pPr>
            <a:lvl3pPr marL="808038" indent="-266700">
              <a:defRPr sz="2000"/>
            </a:lvl3pPr>
            <a:lvl4pPr marL="1076325" indent="-268288">
              <a:defRPr sz="1600"/>
            </a:lvl4pPr>
            <a:lvl5pPr marL="1343025" indent="-266700">
              <a:defRPr sz="1400"/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795338" y="268241"/>
            <a:ext cx="6334442" cy="684954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4A2CA899-AC19-4B6A-B13F-AC583E59F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6131" y="4508600"/>
            <a:ext cx="280117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50000"/>
                  </a:schemeClr>
                </a:solidFill>
                <a:latin typeface="Montserrat ExtraLight" panose="00000300000000000000" pitchFamily="2" charset="0"/>
              </a:defRPr>
            </a:lvl1pPr>
          </a:lstStyle>
          <a:p>
            <a:r>
              <a:rPr lang="nl-BE" dirty="0"/>
              <a:t>H04 Ontwikkel een applicatie - slide </a:t>
            </a:r>
            <a:fld id="{31D41983-889B-4BEB-B0C7-A6BBA21D0A1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43161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en opsomming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508"/>
            <a:ext cx="8229600" cy="251085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57200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67235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02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w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 marL="266700" indent="-266700">
              <a:defRPr sz="2800">
                <a:solidFill>
                  <a:schemeClr val="tx1"/>
                </a:solidFill>
              </a:defRPr>
            </a:lvl1pPr>
            <a:lvl2pPr marL="447675" indent="-266700">
              <a:defRPr sz="2400">
                <a:solidFill>
                  <a:schemeClr val="tx1"/>
                </a:solidFill>
              </a:defRPr>
            </a:lvl2pPr>
            <a:lvl3pPr marL="715963" indent="-268288">
              <a:defRPr sz="2000">
                <a:solidFill>
                  <a:schemeClr val="tx1"/>
                </a:solidFill>
              </a:defRPr>
            </a:lvl3pPr>
            <a:lvl4pPr marL="982663" indent="-266700">
              <a:defRPr sz="1800">
                <a:solidFill>
                  <a:schemeClr val="tx1"/>
                </a:solidFill>
              </a:defRPr>
            </a:lvl4pPr>
            <a:lvl5pPr marL="1257300" indent="-274638"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44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81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469" y="215811"/>
            <a:ext cx="7891462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2" y="1200151"/>
            <a:ext cx="3709987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950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00151"/>
            <a:ext cx="3784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99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BF45A9F-901A-D64D-A315-8B4BF379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215811"/>
            <a:ext cx="8229600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5263050-C631-2B4F-9EF4-AB772103D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0880" y="1200151"/>
            <a:ext cx="388112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16F3D89-0724-4142-8869-8A328BB7E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6000" y="1200151"/>
            <a:ext cx="386080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FB545E-178D-D741-BE1A-D4D4823CBF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786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0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798513" y="1726681"/>
            <a:ext cx="8229600" cy="236619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tabel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4202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3"/>
          </p:nvPr>
        </p:nvSpPr>
        <p:spPr>
          <a:xfrm>
            <a:off x="798513" y="1690688"/>
            <a:ext cx="8229600" cy="241141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grafiek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642083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ussendia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3572" y="339699"/>
            <a:ext cx="8007583" cy="1021556"/>
          </a:xfrm>
        </p:spPr>
        <p:txBody>
          <a:bodyPr rIns="0" anchor="t"/>
          <a:lstStyle>
            <a:lvl1pPr algn="l">
              <a:defRPr sz="3000" b="0" cap="none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Titelstijl van model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43572" y="1617465"/>
            <a:ext cx="8007582" cy="1125140"/>
          </a:xfrm>
        </p:spPr>
        <p:txBody>
          <a:bodyPr anchor="t" anchorCtr="0"/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BE"/>
              <a:t>Klik om de tekststijl van het model te bewerken</a:t>
            </a:r>
          </a:p>
        </p:txBody>
      </p:sp>
      <p:sp>
        <p:nvSpPr>
          <p:cNvPr id="10" name="Rechthoek 9"/>
          <p:cNvSpPr/>
          <p:nvPr userDrawn="1"/>
        </p:nvSpPr>
        <p:spPr>
          <a:xfrm>
            <a:off x="360000" y="270000"/>
            <a:ext cx="8424000" cy="4603500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46255" y="4550833"/>
            <a:ext cx="11049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5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5338" y="215811"/>
            <a:ext cx="789146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1200151"/>
            <a:ext cx="7891462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09239-DE83-4931-9267-F19CACA76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5338" y="472171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50000"/>
                  </a:schemeClr>
                </a:solidFill>
                <a:latin typeface="Montserrat ExtraLight" panose="00000300000000000000" pitchFamily="2" charset="0"/>
              </a:defRPr>
            </a:lvl1pPr>
          </a:lstStyle>
          <a:p>
            <a:r>
              <a:rPr lang="nl-BE"/>
              <a:t>slide </a:t>
            </a:r>
            <a:fld id="{31D41983-889B-4BEB-B0C7-A6BBA21D0A1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62024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5" r:id="rId4"/>
    <p:sldLayoutId id="2147483661" r:id="rId5"/>
    <p:sldLayoutId id="2147483662" r:id="rId6"/>
    <p:sldLayoutId id="2147483663" r:id="rId7"/>
    <p:sldLayoutId id="2147483664" r:id="rId8"/>
    <p:sldLayoutId id="2147483666" r:id="rId9"/>
    <p:sldLayoutId id="2147483665" r:id="rId10"/>
    <p:sldLayoutId id="2147483668" r:id="rId11"/>
    <p:sldLayoutId id="2147483673" r:id="rId12"/>
    <p:sldLayoutId id="2147483670" r:id="rId13"/>
    <p:sldLayoutId id="2147483660" r:id="rId14"/>
    <p:sldLayoutId id="2147483650" r:id="rId15"/>
    <p:sldLayoutId id="2147483672" r:id="rId16"/>
    <p:sldLayoutId id="2147483674" r:id="rId17"/>
    <p:sldLayoutId id="2147483671" r:id="rId18"/>
    <p:sldLayoutId id="2147483667" r:id="rId19"/>
    <p:sldLayoutId id="2147483652" r:id="rId20"/>
    <p:sldLayoutId id="2147483675" r:id="rId21"/>
    <p:sldLayoutId id="2147483658" r:id="rId22"/>
    <p:sldLayoutId id="2147483677" r:id="rId23"/>
    <p:sldLayoutId id="2147483659" r:id="rId24"/>
    <p:sldLayoutId id="2147483678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1" i="0" kern="1200">
          <a:solidFill>
            <a:schemeClr val="tx1"/>
          </a:solidFill>
          <a:latin typeface="Montserrat SemiBold" panose="00000700000000000000" pitchFamily="2" charset="0"/>
          <a:ea typeface="+mj-ea"/>
          <a:cs typeface="+mj-cs"/>
        </a:defRPr>
      </a:lvl1pPr>
    </p:titleStyle>
    <p:bodyStyle>
      <a:lvl1pPr marL="266700" indent="-2667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28650" indent="-268288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895350" indent="-2667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163638" indent="-268288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1436688" indent="-273050" algn="l" defTabSz="457200" rtl="0" eaLnBrk="1" latinLnBrk="0" hangingPunct="1">
        <a:spcBef>
          <a:spcPct val="20000"/>
        </a:spcBef>
        <a:buFont typeface="Arial"/>
        <a:buChar char="»"/>
        <a:defRPr sz="1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7" userDrawn="1">
          <p15:clr>
            <a:srgbClr val="F26B43"/>
          </p15:clr>
        </p15:guide>
        <p15:guide id="2" pos="4785" userDrawn="1">
          <p15:clr>
            <a:srgbClr val="F26B43"/>
          </p15:clr>
        </p15:guide>
        <p15:guide id="3" pos="975" userDrawn="1">
          <p15:clr>
            <a:srgbClr val="F26B43"/>
          </p15:clr>
        </p15:guide>
        <p15:guide id="4" orient="horz" pos="7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jp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3" r="6358"/>
          <a:stretch/>
        </p:blipFill>
        <p:spPr>
          <a:xfrm>
            <a:off x="7471" y="0"/>
            <a:ext cx="6618881" cy="5143500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4101" cy="5143500"/>
          </a:xfrm>
          <a:prstGeom prst="rect">
            <a:avLst/>
          </a:prstGeom>
        </p:spPr>
      </p:pic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685800" y="1726408"/>
            <a:ext cx="7772400" cy="845342"/>
          </a:xfrm>
        </p:spPr>
        <p:txBody>
          <a:bodyPr/>
          <a:lstStyle/>
          <a:p>
            <a:r>
              <a:rPr lang="nl-BE" dirty="0"/>
              <a:t>OOSD I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685800" y="2571750"/>
            <a:ext cx="7772400" cy="758328"/>
          </a:xfrm>
        </p:spPr>
        <p:txBody>
          <a:bodyPr>
            <a:normAutofit/>
          </a:bodyPr>
          <a:lstStyle/>
          <a:p>
            <a:r>
              <a:rPr lang="nl-BE" dirty="0"/>
              <a:t>Hoofdstuk 5: </a:t>
            </a:r>
            <a:r>
              <a:rPr lang="nl-BE"/>
              <a:t>Oefening Blackjack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15807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5F7794-B1FB-F9A7-1828-5D1BB2CCBD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55060" y="1775227"/>
            <a:ext cx="2829369" cy="2388353"/>
          </a:xfrm>
          <a:prstGeom prst="rect">
            <a:avLst/>
          </a:prstGeom>
        </p:spPr>
      </p:pic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2586251" y="174829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5E2B67CD-82B4-94A5-5706-161342548873}"/>
              </a:ext>
            </a:extLst>
          </p:cNvPr>
          <p:cNvGrpSpPr/>
          <p:nvPr/>
        </p:nvGrpSpPr>
        <p:grpSpPr>
          <a:xfrm>
            <a:off x="4662973" y="-16318"/>
            <a:ext cx="2201738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433BB-7DB0-AA80-51CC-AF9EA197725B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AE915494-1B2A-E7AF-01CF-2F170DC20960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dirty="0"/>
                <a:t>methode +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1830235E-D6C1-7093-6A75-1BCF0C11E014}"/>
              </a:ext>
            </a:extLst>
          </p:cNvPr>
          <p:cNvGrpSpPr/>
          <p:nvPr/>
        </p:nvGrpSpPr>
        <p:grpSpPr>
          <a:xfrm>
            <a:off x="6881434" y="-7377"/>
            <a:ext cx="2158365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9BD7FCC-33BA-5723-72C6-DBC3EC12D09C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A15F4140-9B25-7516-F463-194BCE20133E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dirty="0"/>
                <a:t>Stap 3:</a:t>
              </a:r>
            </a:p>
            <a:p>
              <a:r>
                <a:rPr lang="nl-BE" dirty="0"/>
                <a:t>CREATOR + EXPERT</a:t>
              </a:r>
              <a:br>
                <a:rPr lang="nl-BE" dirty="0"/>
              </a:br>
              <a:r>
                <a:rPr lang="nl-BE" dirty="0"/>
                <a:t>nota’s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0510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A4060-6350-23B3-8E78-DB42BD5C8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7F4BA5-5098-AB03-C9CA-C1B8D1069E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4720" y="1177206"/>
            <a:ext cx="4039230" cy="3409634"/>
          </a:xfrm>
          <a:prstGeom prst="rect">
            <a:avLst/>
          </a:prstGeom>
        </p:spPr>
      </p:pic>
      <p:grpSp>
        <p:nvGrpSpPr>
          <p:cNvPr id="11" name="Stap 1">
            <a:extLst>
              <a:ext uri="{FF2B5EF4-FFF2-40B4-BE49-F238E27FC236}">
                <a16:creationId xmlns:a16="http://schemas.microsoft.com/office/drawing/2014/main" id="{33D8E6AB-ADF5-B7DF-4973-24D5795B6FE1}"/>
              </a:ext>
            </a:extLst>
          </p:cNvPr>
          <p:cNvGrpSpPr/>
          <p:nvPr/>
        </p:nvGrpSpPr>
        <p:grpSpPr>
          <a:xfrm>
            <a:off x="446545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D3F637C-1033-F6EC-E9FD-BBD5E83A6FF7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C2926D45-23C4-47D0-1635-E4D7CDC9287F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sp>
        <p:nvSpPr>
          <p:cNvPr id="3" name="kader SO 1">
            <a:extLst>
              <a:ext uri="{FF2B5EF4-FFF2-40B4-BE49-F238E27FC236}">
                <a16:creationId xmlns:a16="http://schemas.microsoft.com/office/drawing/2014/main" id="{576CCDC0-5E4A-E100-FCF6-C5BDADDE545D}"/>
              </a:ext>
            </a:extLst>
          </p:cNvPr>
          <p:cNvSpPr/>
          <p:nvPr/>
        </p:nvSpPr>
        <p:spPr>
          <a:xfrm>
            <a:off x="284673" y="1606774"/>
            <a:ext cx="3712545" cy="3642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cxnSp>
        <p:nvCxnSpPr>
          <p:cNvPr id="4" name="start: pijl ssd-&gt;1">
            <a:extLst>
              <a:ext uri="{FF2B5EF4-FFF2-40B4-BE49-F238E27FC236}">
                <a16:creationId xmlns:a16="http://schemas.microsoft.com/office/drawing/2014/main" id="{11078FA3-3C8F-AB89-03B7-8F77F6958040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997218" y="1788907"/>
            <a:ext cx="615218" cy="10931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tart: stap 1">
            <a:extLst>
              <a:ext uri="{FF2B5EF4-FFF2-40B4-BE49-F238E27FC236}">
                <a16:creationId xmlns:a16="http://schemas.microsoft.com/office/drawing/2014/main" id="{294483D6-5CBB-03B2-B537-0ED826E09F4B}"/>
              </a:ext>
            </a:extLst>
          </p:cNvPr>
          <p:cNvSpPr txBox="1"/>
          <p:nvPr/>
        </p:nvSpPr>
        <p:spPr>
          <a:xfrm>
            <a:off x="4612436" y="1776785"/>
            <a:ext cx="1859864" cy="22104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OC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Tussentoestand?</a:t>
            </a:r>
          </a:p>
          <a:p>
            <a:pPr marL="358775" lvl="1" indent="-1762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Nee (alleen input/output)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Niets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16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2B2DF-CC0E-4E81-0E2C-59118F67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97A1FF-F16F-752D-AB2C-34B2D26DDF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4720" y="1177206"/>
            <a:ext cx="4039230" cy="3409634"/>
          </a:xfrm>
          <a:prstGeom prst="rect">
            <a:avLst/>
          </a:prstGeom>
        </p:spPr>
      </p:pic>
      <p:sp>
        <p:nvSpPr>
          <p:cNvPr id="5" name="kader SO 1">
            <a:extLst>
              <a:ext uri="{FF2B5EF4-FFF2-40B4-BE49-F238E27FC236}">
                <a16:creationId xmlns:a16="http://schemas.microsoft.com/office/drawing/2014/main" id="{4AAC34E9-CEE9-73E0-13DE-944C9932150D}"/>
              </a:ext>
            </a:extLst>
          </p:cNvPr>
          <p:cNvSpPr/>
          <p:nvPr/>
        </p:nvSpPr>
        <p:spPr>
          <a:xfrm>
            <a:off x="305939" y="1606774"/>
            <a:ext cx="3712545" cy="36426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8" name="kader SO 1">
            <a:extLst>
              <a:ext uri="{FF2B5EF4-FFF2-40B4-BE49-F238E27FC236}">
                <a16:creationId xmlns:a16="http://schemas.microsoft.com/office/drawing/2014/main" id="{9F40B28F-A870-F81A-DB6D-F948C9DC3C7F}"/>
              </a:ext>
            </a:extLst>
          </p:cNvPr>
          <p:cNvSpPr/>
          <p:nvPr/>
        </p:nvSpPr>
        <p:spPr>
          <a:xfrm>
            <a:off x="305939" y="1981243"/>
            <a:ext cx="3712545" cy="9007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7A802932-14A8-7EE4-0988-03F0E19601C5}"/>
              </a:ext>
            </a:extLst>
          </p:cNvPr>
          <p:cNvGrpSpPr/>
          <p:nvPr/>
        </p:nvGrpSpPr>
        <p:grpSpPr>
          <a:xfrm>
            <a:off x="446545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66D463E-B604-ED8B-7487-C2963A9F4FE0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95C3204D-6035-C5F5-0420-2E786809CA95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7099AED9-76D8-9044-2F91-85AD68F57372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>
            <a:off x="4018484" y="2431633"/>
            <a:ext cx="599496" cy="658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5E8E834B-7D78-54EE-1F5B-503BFF822763}"/>
              </a:ext>
            </a:extLst>
          </p:cNvPr>
          <p:cNvSpPr txBox="1"/>
          <p:nvPr/>
        </p:nvSpPr>
        <p:spPr>
          <a:xfrm>
            <a:off x="4617980" y="1776786"/>
            <a:ext cx="1859864" cy="14413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2x 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2x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Wel OC 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4" name="Stap1" descr="A blackjack code with lines and dots&#10;&#10;AI-generated content may be incorrect.">
            <a:extLst>
              <a:ext uri="{FF2B5EF4-FFF2-40B4-BE49-F238E27FC236}">
                <a16:creationId xmlns:a16="http://schemas.microsoft.com/office/drawing/2014/main" id="{A92C02D4-D7E2-4C01-E621-3335206C0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188" y="157162"/>
            <a:ext cx="2295525" cy="4829175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D55CCA33-A307-1DD4-A1C7-8DAE7818B2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7738" y="1605700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5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3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90A84-23DC-38D1-5D39-8D5BC0C2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A6C37B-6178-8588-FEFA-E6D8B1EF4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4720" y="1177206"/>
            <a:ext cx="4039230" cy="3409634"/>
          </a:xfrm>
          <a:prstGeom prst="rect">
            <a:avLst/>
          </a:prstGeom>
        </p:spPr>
      </p:pic>
      <p:sp>
        <p:nvSpPr>
          <p:cNvPr id="5" name="kader SO 1">
            <a:extLst>
              <a:ext uri="{FF2B5EF4-FFF2-40B4-BE49-F238E27FC236}">
                <a16:creationId xmlns:a16="http://schemas.microsoft.com/office/drawing/2014/main" id="{100BCAB7-8919-16EE-6391-EEF08E07BCDF}"/>
              </a:ext>
            </a:extLst>
          </p:cNvPr>
          <p:cNvSpPr/>
          <p:nvPr/>
        </p:nvSpPr>
        <p:spPr>
          <a:xfrm>
            <a:off x="305939" y="1606774"/>
            <a:ext cx="3712545" cy="36426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8" name="kader SO 1">
            <a:extLst>
              <a:ext uri="{FF2B5EF4-FFF2-40B4-BE49-F238E27FC236}">
                <a16:creationId xmlns:a16="http://schemas.microsoft.com/office/drawing/2014/main" id="{B382969F-7E86-27B5-85C6-BCBC9A55A573}"/>
              </a:ext>
            </a:extLst>
          </p:cNvPr>
          <p:cNvSpPr/>
          <p:nvPr/>
        </p:nvSpPr>
        <p:spPr>
          <a:xfrm>
            <a:off x="305938" y="3172461"/>
            <a:ext cx="3712545" cy="13003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48FF147D-D986-77AB-B213-92EF1FD97679}"/>
              </a:ext>
            </a:extLst>
          </p:cNvPr>
          <p:cNvGrpSpPr/>
          <p:nvPr/>
        </p:nvGrpSpPr>
        <p:grpSpPr>
          <a:xfrm>
            <a:off x="446545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48C14BB-48E2-93BE-EE5C-E48B86AE60F0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1D77F365-9CEE-1E34-6C77-BD656AD63B2F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D1CDEF63-009B-6983-F8B1-C6B13BF73B8B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 flipV="1">
            <a:off x="4018483" y="2629687"/>
            <a:ext cx="593953" cy="11929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C3802C5A-09A2-51A4-7DA8-9EF97911C3B3}"/>
              </a:ext>
            </a:extLst>
          </p:cNvPr>
          <p:cNvSpPr txBox="1"/>
          <p:nvPr/>
        </p:nvSpPr>
        <p:spPr>
          <a:xfrm>
            <a:off x="4612436" y="1606774"/>
            <a:ext cx="1859864" cy="20458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3x 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3x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Maar al 2x uitgewerkt, dus nog 1x uit te werken</a:t>
            </a: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Wel OC 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4" name="Stap1" descr="A blackjack code with lines and dots&#10;&#10;AI-generated content may be incorrect.">
            <a:extLst>
              <a:ext uri="{FF2B5EF4-FFF2-40B4-BE49-F238E27FC236}">
                <a16:creationId xmlns:a16="http://schemas.microsoft.com/office/drawing/2014/main" id="{701B75FD-7D18-2E45-3EA2-597B32167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188" y="157162"/>
            <a:ext cx="2295525" cy="4829175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41F4B37B-FC06-4A84-52DA-D829977F3E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7738" y="1605700"/>
            <a:ext cx="319728" cy="319728"/>
          </a:xfrm>
          <a:prstGeom prst="rect">
            <a:avLst/>
          </a:prstGeom>
        </p:spPr>
      </p:pic>
      <p:sp>
        <p:nvSpPr>
          <p:cNvPr id="6" name="kader SO 1">
            <a:extLst>
              <a:ext uri="{FF2B5EF4-FFF2-40B4-BE49-F238E27FC236}">
                <a16:creationId xmlns:a16="http://schemas.microsoft.com/office/drawing/2014/main" id="{9B3DB151-EA20-19C0-EEAF-11E6EF3A887D}"/>
              </a:ext>
            </a:extLst>
          </p:cNvPr>
          <p:cNvSpPr/>
          <p:nvPr/>
        </p:nvSpPr>
        <p:spPr>
          <a:xfrm>
            <a:off x="305939" y="1981243"/>
            <a:ext cx="3712545" cy="90078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1927572D-DB45-0380-C48F-2BAA64EAE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7738" y="2252021"/>
            <a:ext cx="319728" cy="319728"/>
          </a:xfrm>
          <a:prstGeom prst="rect">
            <a:avLst/>
          </a:prstGeom>
        </p:spPr>
      </p:pic>
      <p:pic>
        <p:nvPicPr>
          <p:cNvPr id="16" name="Stap2">
            <a:extLst>
              <a:ext uri="{FF2B5EF4-FFF2-40B4-BE49-F238E27FC236}">
                <a16:creationId xmlns:a16="http://schemas.microsoft.com/office/drawing/2014/main" id="{FB6FCB35-0A58-C574-AA87-6C6E76E84E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63188" y="157162"/>
            <a:ext cx="229552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6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3" grpId="0" uiExpand="1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867C9-6E7A-19D7-9F2D-B32621DC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76FCB8-D1D7-BD91-341E-F6401FD20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4720" y="1177206"/>
            <a:ext cx="4039230" cy="3409634"/>
          </a:xfrm>
          <a:prstGeom prst="rect">
            <a:avLst/>
          </a:prstGeom>
        </p:spPr>
      </p:pic>
      <p:sp>
        <p:nvSpPr>
          <p:cNvPr id="5" name="kader SO 1">
            <a:extLst>
              <a:ext uri="{FF2B5EF4-FFF2-40B4-BE49-F238E27FC236}">
                <a16:creationId xmlns:a16="http://schemas.microsoft.com/office/drawing/2014/main" id="{AA5FDBBE-345F-A142-D76F-248EFD20E276}"/>
              </a:ext>
            </a:extLst>
          </p:cNvPr>
          <p:cNvSpPr/>
          <p:nvPr/>
        </p:nvSpPr>
        <p:spPr>
          <a:xfrm>
            <a:off x="305939" y="1606774"/>
            <a:ext cx="3712545" cy="36426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8" name="kader SO 1">
            <a:extLst>
              <a:ext uri="{FF2B5EF4-FFF2-40B4-BE49-F238E27FC236}">
                <a16:creationId xmlns:a16="http://schemas.microsoft.com/office/drawing/2014/main" id="{FBB31F8E-DBB9-9FEC-0363-D6E3F7A5D610}"/>
              </a:ext>
            </a:extLst>
          </p:cNvPr>
          <p:cNvSpPr/>
          <p:nvPr/>
        </p:nvSpPr>
        <p:spPr>
          <a:xfrm>
            <a:off x="305938" y="3172461"/>
            <a:ext cx="3712545" cy="1300302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677A77E6-ACD2-AD8C-EE1D-126987117BA9}"/>
              </a:ext>
            </a:extLst>
          </p:cNvPr>
          <p:cNvGrpSpPr/>
          <p:nvPr/>
        </p:nvGrpSpPr>
        <p:grpSpPr>
          <a:xfrm>
            <a:off x="446545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E083C1-C7FB-FA38-AB1B-F2E9E97DB073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034607DA-06E7-F6A8-114F-22061260F5A9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FD2A4840-FD10-9150-7F77-2D1B0EF50D68}"/>
              </a:ext>
            </a:extLst>
          </p:cNvPr>
          <p:cNvCxnSpPr>
            <a:cxnSpLocks/>
            <a:stCxn id="4" idx="3"/>
            <a:endCxn id="23" idx="1"/>
          </p:cNvCxnSpPr>
          <p:nvPr/>
        </p:nvCxnSpPr>
        <p:spPr>
          <a:xfrm flipV="1">
            <a:off x="4014891" y="2685814"/>
            <a:ext cx="588889" cy="3539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198A4298-C7EA-7E85-8E2A-0DF0FD53F563}"/>
              </a:ext>
            </a:extLst>
          </p:cNvPr>
          <p:cNvSpPr txBox="1"/>
          <p:nvPr/>
        </p:nvSpPr>
        <p:spPr>
          <a:xfrm>
            <a:off x="4603780" y="1757837"/>
            <a:ext cx="1859864" cy="18559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dirty="0"/>
              <a:t>Data nodig uit domein!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dirty="0"/>
              <a:t>Wel </a:t>
            </a:r>
            <a:r>
              <a:rPr lang="nl-BE" sz="1100" dirty="0" err="1"/>
              <a:t>knowing</a:t>
            </a:r>
            <a:endParaRPr lang="nl-BE" sz="1100" dirty="0"/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OC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Tussentoestand?</a:t>
            </a:r>
          </a:p>
          <a:p>
            <a:pPr marL="360363" lvl="1" indent="-180975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Nee (alleen input/output)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64F13DAE-C247-0574-3039-6E90A7D1C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7738" y="1605700"/>
            <a:ext cx="319728" cy="319728"/>
          </a:xfrm>
          <a:prstGeom prst="rect">
            <a:avLst/>
          </a:prstGeom>
        </p:spPr>
      </p:pic>
      <p:sp>
        <p:nvSpPr>
          <p:cNvPr id="6" name="kader SO 1">
            <a:extLst>
              <a:ext uri="{FF2B5EF4-FFF2-40B4-BE49-F238E27FC236}">
                <a16:creationId xmlns:a16="http://schemas.microsoft.com/office/drawing/2014/main" id="{84549D3C-6D32-113B-1D49-E3F7B7F64596}"/>
              </a:ext>
            </a:extLst>
          </p:cNvPr>
          <p:cNvSpPr/>
          <p:nvPr/>
        </p:nvSpPr>
        <p:spPr>
          <a:xfrm>
            <a:off x="305939" y="1981243"/>
            <a:ext cx="3712545" cy="90078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860D3472-0FDE-25C9-6C20-779AF4462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7738" y="2252021"/>
            <a:ext cx="319728" cy="319728"/>
          </a:xfrm>
          <a:prstGeom prst="rect">
            <a:avLst/>
          </a:prstGeom>
        </p:spPr>
      </p:pic>
      <p:pic>
        <p:nvPicPr>
          <p:cNvPr id="16" name="Stap2">
            <a:extLst>
              <a:ext uri="{FF2B5EF4-FFF2-40B4-BE49-F238E27FC236}">
                <a16:creationId xmlns:a16="http://schemas.microsoft.com/office/drawing/2014/main" id="{206F8134-379D-AD67-D301-AA89384449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63188" y="157162"/>
            <a:ext cx="2295525" cy="4829175"/>
          </a:xfrm>
          <a:prstGeom prst="rect">
            <a:avLst/>
          </a:prstGeom>
        </p:spPr>
      </p:pic>
      <p:pic>
        <p:nvPicPr>
          <p:cNvPr id="3" name="Stap3">
            <a:extLst>
              <a:ext uri="{FF2B5EF4-FFF2-40B4-BE49-F238E27FC236}">
                <a16:creationId xmlns:a16="http://schemas.microsoft.com/office/drawing/2014/main" id="{AC25F5D4-C3FD-F044-8E59-E747E94EA2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64732" y="157162"/>
            <a:ext cx="2295525" cy="4829175"/>
          </a:xfrm>
          <a:prstGeom prst="rect">
            <a:avLst/>
          </a:prstGeom>
        </p:spPr>
      </p:pic>
      <p:sp>
        <p:nvSpPr>
          <p:cNvPr id="4" name="kader SO 1">
            <a:extLst>
              <a:ext uri="{FF2B5EF4-FFF2-40B4-BE49-F238E27FC236}">
                <a16:creationId xmlns:a16="http://schemas.microsoft.com/office/drawing/2014/main" id="{1EC30151-9676-C798-7F03-080E19381568}"/>
              </a:ext>
            </a:extLst>
          </p:cNvPr>
          <p:cNvSpPr/>
          <p:nvPr/>
        </p:nvSpPr>
        <p:spPr>
          <a:xfrm>
            <a:off x="302346" y="2927667"/>
            <a:ext cx="3712545" cy="2240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8FA651B3-007D-BEC5-7759-B1D2795C9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1710" y="3557167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59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CE569-15CF-5F70-F5FA-5233A545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tap3">
            <a:extLst>
              <a:ext uri="{FF2B5EF4-FFF2-40B4-BE49-F238E27FC236}">
                <a16:creationId xmlns:a16="http://schemas.microsoft.com/office/drawing/2014/main" id="{B1F0487B-EA39-9FC0-7816-09271802A5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09061" y="89706"/>
            <a:ext cx="2295525" cy="482917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F3EEE7C-80E7-BAF5-65E5-518D3860D722}"/>
              </a:ext>
            </a:extLst>
          </p:cNvPr>
          <p:cNvGrpSpPr/>
          <p:nvPr/>
        </p:nvGrpSpPr>
        <p:grpSpPr>
          <a:xfrm>
            <a:off x="785804" y="513643"/>
            <a:ext cx="4846985" cy="4151798"/>
            <a:chOff x="174720" y="1177206"/>
            <a:chExt cx="4225708" cy="340963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F53C357-253B-C144-A682-7B2D13397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74720" y="1177206"/>
              <a:ext cx="4039230" cy="3409634"/>
            </a:xfrm>
            <a:prstGeom prst="rect">
              <a:avLst/>
            </a:prstGeom>
          </p:spPr>
        </p:pic>
        <p:sp>
          <p:nvSpPr>
            <p:cNvPr id="5" name="kader SO 1">
              <a:extLst>
                <a:ext uri="{FF2B5EF4-FFF2-40B4-BE49-F238E27FC236}">
                  <a16:creationId xmlns:a16="http://schemas.microsoft.com/office/drawing/2014/main" id="{2485A212-27D5-08AB-FD6A-9146F2CE4874}"/>
                </a:ext>
              </a:extLst>
            </p:cNvPr>
            <p:cNvSpPr/>
            <p:nvPr/>
          </p:nvSpPr>
          <p:spPr>
            <a:xfrm>
              <a:off x="305939" y="1606774"/>
              <a:ext cx="3712545" cy="364266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8" name="kader SO 1">
              <a:extLst>
                <a:ext uri="{FF2B5EF4-FFF2-40B4-BE49-F238E27FC236}">
                  <a16:creationId xmlns:a16="http://schemas.microsoft.com/office/drawing/2014/main" id="{C1B67488-827D-9E17-0523-671EDD2CADC2}"/>
                </a:ext>
              </a:extLst>
            </p:cNvPr>
            <p:cNvSpPr/>
            <p:nvPr/>
          </p:nvSpPr>
          <p:spPr>
            <a:xfrm>
              <a:off x="305938" y="3172461"/>
              <a:ext cx="3712545" cy="1300302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pic>
          <p:nvPicPr>
            <p:cNvPr id="15" name="Graphic 14" descr="Checkmark with solid fill">
              <a:extLst>
                <a:ext uri="{FF2B5EF4-FFF2-40B4-BE49-F238E27FC236}">
                  <a16:creationId xmlns:a16="http://schemas.microsoft.com/office/drawing/2014/main" id="{50E48C43-9A31-2221-2FB1-1178E7F13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77738" y="1605700"/>
              <a:ext cx="319728" cy="319728"/>
            </a:xfrm>
            <a:prstGeom prst="rect">
              <a:avLst/>
            </a:prstGeom>
          </p:spPr>
        </p:pic>
        <p:sp>
          <p:nvSpPr>
            <p:cNvPr id="6" name="kader SO 1">
              <a:extLst>
                <a:ext uri="{FF2B5EF4-FFF2-40B4-BE49-F238E27FC236}">
                  <a16:creationId xmlns:a16="http://schemas.microsoft.com/office/drawing/2014/main" id="{4E3668AE-D463-3E6B-04F6-D93E4846C2ED}"/>
                </a:ext>
              </a:extLst>
            </p:cNvPr>
            <p:cNvSpPr/>
            <p:nvPr/>
          </p:nvSpPr>
          <p:spPr>
            <a:xfrm>
              <a:off x="305939" y="1981243"/>
              <a:ext cx="3712545" cy="900780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pic>
          <p:nvPicPr>
            <p:cNvPr id="7" name="Graphic 6" descr="Checkmark with solid fill">
              <a:extLst>
                <a:ext uri="{FF2B5EF4-FFF2-40B4-BE49-F238E27FC236}">
                  <a16:creationId xmlns:a16="http://schemas.microsoft.com/office/drawing/2014/main" id="{7C63168A-F769-5F07-24CD-AEC0B9057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77738" y="2252021"/>
              <a:ext cx="319728" cy="319728"/>
            </a:xfrm>
            <a:prstGeom prst="rect">
              <a:avLst/>
            </a:prstGeom>
          </p:spPr>
        </p:pic>
        <p:sp>
          <p:nvSpPr>
            <p:cNvPr id="4" name="kader SO 1">
              <a:extLst>
                <a:ext uri="{FF2B5EF4-FFF2-40B4-BE49-F238E27FC236}">
                  <a16:creationId xmlns:a16="http://schemas.microsoft.com/office/drawing/2014/main" id="{20680789-A0DE-6BF4-1092-8CDA1B7BA688}"/>
                </a:ext>
              </a:extLst>
            </p:cNvPr>
            <p:cNvSpPr/>
            <p:nvPr/>
          </p:nvSpPr>
          <p:spPr>
            <a:xfrm>
              <a:off x="302346" y="2927667"/>
              <a:ext cx="3712545" cy="224096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pic>
          <p:nvPicPr>
            <p:cNvPr id="10" name="Graphic 9" descr="Checkmark with solid fill">
              <a:extLst>
                <a:ext uri="{FF2B5EF4-FFF2-40B4-BE49-F238E27FC236}">
                  <a16:creationId xmlns:a16="http://schemas.microsoft.com/office/drawing/2014/main" id="{6D4D57D2-9C16-320D-3F98-0CF94FA889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71710" y="3557167"/>
              <a:ext cx="319728" cy="319728"/>
            </a:xfrm>
            <a:prstGeom prst="rect">
              <a:avLst/>
            </a:prstGeom>
          </p:spPr>
        </p:pic>
        <p:pic>
          <p:nvPicPr>
            <p:cNvPr id="9" name="Graphic 8" descr="Checkmark with solid fill">
              <a:extLst>
                <a:ext uri="{FF2B5EF4-FFF2-40B4-BE49-F238E27FC236}">
                  <a16:creationId xmlns:a16="http://schemas.microsoft.com/office/drawing/2014/main" id="{4318D4CB-1B46-2BA4-CD1E-797E3E3DB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80700" y="2847222"/>
              <a:ext cx="319728" cy="319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591539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hogent">
      <a:dk1>
        <a:srgbClr val="000000"/>
      </a:dk1>
      <a:lt1>
        <a:srgbClr val="EF8767"/>
      </a:lt1>
      <a:dk2>
        <a:srgbClr val="000000"/>
      </a:dk2>
      <a:lt2>
        <a:srgbClr val="FFFFFF"/>
      </a:lt2>
      <a:accent1>
        <a:srgbClr val="F1C29F"/>
      </a:accent1>
      <a:accent2>
        <a:srgbClr val="ECECEC"/>
      </a:accent2>
      <a:accent3>
        <a:srgbClr val="646567"/>
      </a:accent3>
      <a:accent4>
        <a:srgbClr val="BBBDBE"/>
      </a:accent4>
      <a:accent5>
        <a:srgbClr val="EF8767"/>
      </a:accent5>
      <a:accent6>
        <a:srgbClr val="818285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GENT_template - kopie.pptx" id="{D7FA1453-3471-430B-A1AD-B8124E043D4F}" vid="{0AFD6EF6-68DC-4EAD-A60A-445247A1A2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CC9219CDE3643A3AB9662AE8967EF" ma:contentTypeVersion="9" ma:contentTypeDescription="Een nieuw document maken." ma:contentTypeScope="" ma:versionID="d4fee887ed0f745a573c54bef215fb6c">
  <xsd:schema xmlns:xsd="http://www.w3.org/2001/XMLSchema" xmlns:xs="http://www.w3.org/2001/XMLSchema" xmlns:p="http://schemas.microsoft.com/office/2006/metadata/properties" xmlns:ns2="a6605698-f7af-4793-800a-c8e7c4529028" xmlns:ns3="ac0f5b23-421e-4b12-976e-a91b19169f8e" targetNamespace="http://schemas.microsoft.com/office/2006/metadata/properties" ma:root="true" ma:fieldsID="41f7c8d2cffa4531964d76742ecb0fb3" ns2:_="" ns3:_="">
    <xsd:import namespace="a6605698-f7af-4793-800a-c8e7c4529028"/>
    <xsd:import namespace="ac0f5b23-421e-4b12-976e-a91b19169f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05698-f7af-4793-800a-c8e7c4529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04d6853f-ba83-42af-bfed-9e600a62ad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0f5b23-421e-4b12-976e-a91b19169f8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a6aa462-be32-4ce6-b9b4-4368c0b8d54c}" ma:internalName="TaxCatchAll" ma:showField="CatchAllData" ma:web="ac0f5b23-421e-4b12-976e-a91b19169f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c0f5b23-421e-4b12-976e-a91b19169f8e" xsi:nil="true"/>
    <lcf76f155ced4ddcb4097134ff3c332f xmlns="a6605698-f7af-4793-800a-c8e7c452902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C63119D-5D86-4E57-A0C0-38E4AC1E87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605698-f7af-4793-800a-c8e7c4529028"/>
    <ds:schemaRef ds:uri="ac0f5b23-421e-4b12-976e-a91b19169f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72CB05-A679-46A1-87A7-FF1E5CD95C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D6FCC5-9E80-433C-A29C-24EB2379A580}">
  <ds:schemaRefs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76666a8f-3f3e-4a59-823b-46bbc3ea8fec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4ff2f1d-2822-4846-92fa-1b6a93b438d5"/>
    <ds:schemaRef ds:uri="ac0f5b23-421e-4b12-976e-a91b19169f8e"/>
    <ds:schemaRef ds:uri="a6605698-f7af-4793-800a-c8e7c452902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HOGENT</Template>
  <TotalTime>5219</TotalTime>
  <Words>141</Words>
  <Application>Microsoft Office PowerPoint</Application>
  <PresentationFormat>On-screen Show (16:9)</PresentationFormat>
  <Paragraphs>46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Calibri</vt:lpstr>
      <vt:lpstr>Montserrat SemiBold</vt:lpstr>
      <vt:lpstr>Montserrat</vt:lpstr>
      <vt:lpstr>Montserrat ExtraBold</vt:lpstr>
      <vt:lpstr>Montserrat ExtraLight</vt:lpstr>
      <vt:lpstr>Wingdings</vt:lpstr>
      <vt:lpstr>Arial</vt:lpstr>
      <vt:lpstr>Kantoorthema</vt:lpstr>
      <vt:lpstr>OOSD 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Hogeschool 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stefaan.samyn@hogent.be</dc:creator>
  <cp:lastModifiedBy>Fien Spriet</cp:lastModifiedBy>
  <cp:revision>267</cp:revision>
  <cp:lastPrinted>2023-11-15T22:32:20Z</cp:lastPrinted>
  <dcterms:created xsi:type="dcterms:W3CDTF">2018-08-07T08:19:18Z</dcterms:created>
  <dcterms:modified xsi:type="dcterms:W3CDTF">2025-11-02T11:23:26Z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0x01010070124D7D894CBC4F840D1D7C2076F981</vt:lpwstr>
  </property>
</Properties>
</file>