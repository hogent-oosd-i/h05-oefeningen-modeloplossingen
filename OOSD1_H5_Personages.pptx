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72" r:id="rId5"/>
    <p:sldId id="856" r:id="rId6"/>
    <p:sldId id="873" r:id="rId7"/>
    <p:sldId id="895" r:id="rId8"/>
    <p:sldId id="898" r:id="rId9"/>
    <p:sldId id="900" r:id="rId10"/>
    <p:sldId id="893" r:id="rId11"/>
    <p:sldId id="894" r:id="rId12"/>
    <p:sldId id="896" r:id="rId13"/>
    <p:sldId id="901" r:id="rId14"/>
    <p:sldId id="902" r:id="rId15"/>
    <p:sldId id="903" r:id="rId16"/>
    <p:sldId id="904" r:id="rId17"/>
    <p:sldId id="905" r:id="rId18"/>
    <p:sldId id="890" r:id="rId19"/>
    <p:sldId id="891" r:id="rId20"/>
    <p:sldId id="897" r:id="rId21"/>
    <p:sldId id="906" r:id="rId22"/>
    <p:sldId id="907" r:id="rId23"/>
    <p:sldId id="908" r:id="rId24"/>
    <p:sldId id="909" r:id="rId25"/>
  </p:sldIdLst>
  <p:sldSz cx="9144000" cy="5143500" type="screen16x9"/>
  <p:notesSz cx="10234613" cy="7104063"/>
  <p:embeddedFontLst>
    <p:embeddedFont>
      <p:font typeface="Montserrat" pitchFamily="2" charset="0"/>
      <p:regular r:id="rId28"/>
      <p:bold r:id="rId29"/>
      <p:italic r:id="rId30"/>
      <p:boldItalic r:id="rId31"/>
    </p:embeddedFont>
    <p:embeddedFont>
      <p:font typeface="Montserrat ExtraBold" pitchFamily="2" charset="0"/>
      <p:bold r:id="rId32"/>
      <p:boldItalic r:id="rId33"/>
    </p:embeddedFont>
    <p:embeddedFont>
      <p:font typeface="Montserrat ExtraLight" pitchFamily="2" charset="0"/>
      <p:regular r:id="rId34"/>
      <p:italic r:id="rId35"/>
    </p:embeddedFont>
    <p:embeddedFont>
      <p:font typeface="Montserrat SemiBold" pitchFamily="2" charset="0"/>
      <p:bold r:id="rId36"/>
      <p:boldItalic r:id="rId3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9">
          <p15:clr>
            <a:srgbClr val="A4A3A4"/>
          </p15:clr>
        </p15:guide>
        <p15:guide id="2" pos="2888">
          <p15:clr>
            <a:srgbClr val="A4A3A4"/>
          </p15:clr>
        </p15:guide>
        <p15:guide id="3" orient="horz" pos="1614">
          <p15:clr>
            <a:srgbClr val="A4A3A4"/>
          </p15:clr>
        </p15:guide>
        <p15:guide id="4" pos="4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5A54D"/>
    <a:srgbClr val="5B9BD5"/>
    <a:srgbClr val="FFFF00"/>
    <a:srgbClr val="00B050"/>
    <a:srgbClr val="F8F8F8"/>
    <a:srgbClr val="F6F6F6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D1C2B9-3F36-47E7-A158-98A4DE73059B}" v="3" dt="2024-09-18T09:25:46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45" autoAdjust="0"/>
  </p:normalViewPr>
  <p:slideViewPr>
    <p:cSldViewPr snapToGrid="0" snapToObjects="1" showGuides="1">
      <p:cViewPr varScale="1">
        <p:scale>
          <a:sx n="128" d="100"/>
          <a:sy n="128" d="100"/>
        </p:scale>
        <p:origin x="144" y="342"/>
      </p:cViewPr>
      <p:guideLst>
        <p:guide orient="horz" pos="1639"/>
        <p:guide pos="2888"/>
        <p:guide orient="horz" pos="1614"/>
        <p:guide pos="4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1690"/>
    </p:cViewPr>
  </p:sorterViewPr>
  <p:notesViewPr>
    <p:cSldViewPr snapToGrid="0" snapToObjects="1">
      <p:cViewPr varScale="1">
        <p:scale>
          <a:sx n="73" d="100"/>
          <a:sy n="73" d="100"/>
        </p:scale>
        <p:origin x="405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en Spriet" userId="28c6bad0-c7dd-4315-9906-c1a71a1827bd" providerId="ADAL" clId="{19A862FE-954D-4027-A1B4-8ECAD6DA4954}"/>
    <pc:docChg chg="modSld modNotesMaster modHandout">
      <pc:chgData name="Fien Spriet" userId="28c6bad0-c7dd-4315-9906-c1a71a1827bd" providerId="ADAL" clId="{19A862FE-954D-4027-A1B4-8ECAD6DA4954}" dt="2023-11-15T21:53:28.896" v="4" actId="729"/>
      <pc:docMkLst>
        <pc:docMk/>
      </pc:docMkLst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2801008464" sldId="748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1556767461" sldId="749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1959416312" sldId="843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2625178969" sldId="856"/>
        </pc:sldMkLst>
      </pc:sldChg>
      <pc:sldChg chg="mod modShow">
        <pc:chgData name="Fien Spriet" userId="28c6bad0-c7dd-4315-9906-c1a71a1827bd" providerId="ADAL" clId="{19A862FE-954D-4027-A1B4-8ECAD6DA4954}" dt="2023-11-15T21:53:28.896" v="4" actId="729"/>
        <pc:sldMkLst>
          <pc:docMk/>
          <pc:sldMk cId="3170510318" sldId="873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711262040" sldId="880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3046164917" sldId="881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2497989783" sldId="882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3033378283" sldId="883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1594068690" sldId="884"/>
        </pc:sldMkLst>
      </pc:sldChg>
      <pc:sldChg chg="mod modShow">
        <pc:chgData name="Fien Spriet" userId="28c6bad0-c7dd-4315-9906-c1a71a1827bd" providerId="ADAL" clId="{19A862FE-954D-4027-A1B4-8ECAD6DA4954}" dt="2023-11-15T21:53:24.315" v="3" actId="729"/>
        <pc:sldMkLst>
          <pc:docMk/>
          <pc:sldMk cId="2643581258" sldId="885"/>
        </pc:sldMkLst>
      </pc:sldChg>
    </pc:docChg>
  </pc:docChgLst>
  <pc:docChgLst>
    <pc:chgData name="Fien Spriet" userId="28c6bad0-c7dd-4315-9906-c1a71a1827bd" providerId="ADAL" clId="{CBBFB0D6-F553-4358-8655-769D9336AC59}"/>
    <pc:docChg chg="undo custSel addSld delSld modSld">
      <pc:chgData name="Fien Spriet" userId="28c6bad0-c7dd-4315-9906-c1a71a1827bd" providerId="ADAL" clId="{CBBFB0D6-F553-4358-8655-769D9336AC59}" dt="2023-11-15T22:25:45.384" v="58" actId="1076"/>
      <pc:docMkLst>
        <pc:docMk/>
      </pc:docMkLst>
      <pc:sldChg chg="modSp add del mod">
        <pc:chgData name="Fien Spriet" userId="28c6bad0-c7dd-4315-9906-c1a71a1827bd" providerId="ADAL" clId="{CBBFB0D6-F553-4358-8655-769D9336AC59}" dt="2023-11-15T22:24:00.197" v="45" actId="20577"/>
        <pc:sldMkLst>
          <pc:docMk/>
          <pc:sldMk cId="915807263" sldId="272"/>
        </pc:sldMkLst>
        <pc:spChg chg="mod">
          <ac:chgData name="Fien Spriet" userId="28c6bad0-c7dd-4315-9906-c1a71a1827bd" providerId="ADAL" clId="{CBBFB0D6-F553-4358-8655-769D9336AC59}" dt="2023-11-15T22:24:00.197" v="45" actId="20577"/>
          <ac:spMkLst>
            <pc:docMk/>
            <pc:sldMk cId="915807263" sldId="272"/>
            <ac:spMk id="22" creationId="{00000000-0000-0000-0000-000000000000}"/>
          </ac:spMkLst>
        </pc:spChg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8420119" sldId="689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4148530126" sldId="691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801008464" sldId="748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1556767461" sldId="749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403597265" sldId="818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0" sldId="820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1959416312" sldId="843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625178969" sldId="856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3224643763" sldId="867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732876743" sldId="868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4072291424" sldId="869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390325598" sldId="870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102216657" sldId="871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205331084" sldId="872"/>
        </pc:sldMkLst>
      </pc:sldChg>
      <pc:sldChg chg="addSp delSp modSp mod modShow">
        <pc:chgData name="Fien Spriet" userId="28c6bad0-c7dd-4315-9906-c1a71a1827bd" providerId="ADAL" clId="{CBBFB0D6-F553-4358-8655-769D9336AC59}" dt="2023-11-15T22:25:45.384" v="58" actId="1076"/>
        <pc:sldMkLst>
          <pc:docMk/>
          <pc:sldMk cId="3170510318" sldId="873"/>
        </pc:sldMkLst>
        <pc:graphicFrameChg chg="del modGraphic">
          <ac:chgData name="Fien Spriet" userId="28c6bad0-c7dd-4315-9906-c1a71a1827bd" providerId="ADAL" clId="{CBBFB0D6-F553-4358-8655-769D9336AC59}" dt="2023-11-15T22:24:40.625" v="54" actId="478"/>
          <ac:graphicFrameMkLst>
            <pc:docMk/>
            <pc:sldMk cId="3170510318" sldId="873"/>
            <ac:graphicFrameMk id="2" creationId="{B68B330D-FD8F-C145-0002-5EA399E0B4BB}"/>
          </ac:graphicFrameMkLst>
        </pc:graphicFrameChg>
        <pc:picChg chg="del mod">
          <ac:chgData name="Fien Spriet" userId="28c6bad0-c7dd-4315-9906-c1a71a1827bd" providerId="ADAL" clId="{CBBFB0D6-F553-4358-8655-769D9336AC59}" dt="2023-11-15T22:24:37.863" v="51" actId="478"/>
          <ac:picMkLst>
            <pc:docMk/>
            <pc:sldMk cId="3170510318" sldId="873"/>
            <ac:picMk id="3" creationId="{A6FC49D1-0C72-90F2-01B7-F4255133A971}"/>
          </ac:picMkLst>
        </pc:picChg>
        <pc:picChg chg="add mod">
          <ac:chgData name="Fien Spriet" userId="28c6bad0-c7dd-4315-9906-c1a71a1827bd" providerId="ADAL" clId="{CBBFB0D6-F553-4358-8655-769D9336AC59}" dt="2023-11-15T22:25:45.384" v="58" actId="1076"/>
          <ac:picMkLst>
            <pc:docMk/>
            <pc:sldMk cId="3170510318" sldId="873"/>
            <ac:picMk id="5" creationId="{CF63186F-48B3-BD83-36D2-CD21C92D5FF6}"/>
          </ac:picMkLst>
        </pc:picChg>
        <pc:picChg chg="del">
          <ac:chgData name="Fien Spriet" userId="28c6bad0-c7dd-4315-9906-c1a71a1827bd" providerId="ADAL" clId="{CBBFB0D6-F553-4358-8655-769D9336AC59}" dt="2023-11-15T22:24:38.437" v="52" actId="478"/>
          <ac:picMkLst>
            <pc:docMk/>
            <pc:sldMk cId="3170510318" sldId="873"/>
            <ac:picMk id="20" creationId="{2BB4404D-A67B-10AB-06B4-C345CF2FA341}"/>
          </ac:picMkLst>
        </pc:picChg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203321728" sldId="874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371355390" sldId="875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493858090" sldId="876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490973795" sldId="877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41026054" sldId="878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3046164917" sldId="881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497989783" sldId="882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3033378283" sldId="883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1594068690" sldId="884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643581258" sldId="885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430293884" sldId="886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866826947" sldId="887"/>
        </pc:sldMkLst>
      </pc:sldChg>
    </pc:docChg>
  </pc:docChgLst>
  <pc:docChgLst>
    <pc:chgData name="Fien Spriet" userId="28c6bad0-c7dd-4315-9906-c1a71a1827bd" providerId="ADAL" clId="{643367F0-E2D0-4714-9E44-EE708B2B2FFD}"/>
    <pc:docChg chg="undo custSel addSld delSld modSld modNotesMaster modHandout">
      <pc:chgData name="Fien Spriet" userId="28c6bad0-c7dd-4315-9906-c1a71a1827bd" providerId="ADAL" clId="{643367F0-E2D0-4714-9E44-EE708B2B2FFD}" dt="2023-11-15T22:38:28.226" v="84" actId="729"/>
      <pc:docMkLst>
        <pc:docMk/>
      </pc:docMkLst>
      <pc:sldChg chg="modSp mod">
        <pc:chgData name="Fien Spriet" userId="28c6bad0-c7dd-4315-9906-c1a71a1827bd" providerId="ADAL" clId="{643367F0-E2D0-4714-9E44-EE708B2B2FFD}" dt="2023-11-15T22:28:19.357" v="7" actId="20577"/>
        <pc:sldMkLst>
          <pc:docMk/>
          <pc:sldMk cId="915807263" sldId="272"/>
        </pc:sldMkLst>
        <pc:spChg chg="mod">
          <ac:chgData name="Fien Spriet" userId="28c6bad0-c7dd-4315-9906-c1a71a1827bd" providerId="ADAL" clId="{643367F0-E2D0-4714-9E44-EE708B2B2FFD}" dt="2023-11-15T22:28:19.357" v="7" actId="20577"/>
          <ac:spMkLst>
            <pc:docMk/>
            <pc:sldMk cId="915807263" sldId="272"/>
            <ac:spMk id="22" creationId="{00000000-0000-0000-0000-000000000000}"/>
          </ac:spMkLst>
        </pc:spChg>
      </pc:sldChg>
      <pc:sldChg chg="addSp delSp modSp add mod">
        <pc:chgData name="Fien Spriet" userId="28c6bad0-c7dd-4315-9906-c1a71a1827bd" providerId="ADAL" clId="{643367F0-E2D0-4714-9E44-EE708B2B2FFD}" dt="2023-11-15T22:28:33.715" v="41" actId="478"/>
        <pc:sldMkLst>
          <pc:docMk/>
          <pc:sldMk cId="2625178969" sldId="856"/>
        </pc:sldMkLst>
        <pc:spChg chg="add mod">
          <ac:chgData name="Fien Spriet" userId="28c6bad0-c7dd-4315-9906-c1a71a1827bd" providerId="ADAL" clId="{643367F0-E2D0-4714-9E44-EE708B2B2FFD}" dt="2023-11-15T22:28:33.715" v="41" actId="478"/>
          <ac:spMkLst>
            <pc:docMk/>
            <pc:sldMk cId="2625178969" sldId="856"/>
            <ac:spMk id="4" creationId="{9DB69ECC-9BD4-C857-98F0-84C23FE18B5F}"/>
          </ac:spMkLst>
        </pc:spChg>
        <pc:spChg chg="del">
          <ac:chgData name="Fien Spriet" userId="28c6bad0-c7dd-4315-9906-c1a71a1827bd" providerId="ADAL" clId="{643367F0-E2D0-4714-9E44-EE708B2B2FFD}" dt="2023-11-15T22:28:33.715" v="41" actId="478"/>
          <ac:spMkLst>
            <pc:docMk/>
            <pc:sldMk cId="2625178969" sldId="856"/>
            <ac:spMk id="15" creationId="{00000000-0000-0000-0000-000000000000}"/>
          </ac:spMkLst>
        </pc:spChg>
        <pc:spChg chg="mod">
          <ac:chgData name="Fien Spriet" userId="28c6bad0-c7dd-4315-9906-c1a71a1827bd" providerId="ADAL" clId="{643367F0-E2D0-4714-9E44-EE708B2B2FFD}" dt="2023-11-15T22:28:31.086" v="40" actId="20577"/>
          <ac:spMkLst>
            <pc:docMk/>
            <pc:sldMk cId="2625178969" sldId="856"/>
            <ac:spMk id="20" creationId="{00000000-0000-0000-0000-000000000000}"/>
          </ac:spMkLst>
        </pc:spChg>
      </pc:sldChg>
      <pc:sldChg chg="addSp delSp modSp mod">
        <pc:chgData name="Fien Spriet" userId="28c6bad0-c7dd-4315-9906-c1a71a1827bd" providerId="ADAL" clId="{643367F0-E2D0-4714-9E44-EE708B2B2FFD}" dt="2023-11-15T22:30:33.738" v="50" actId="167"/>
        <pc:sldMkLst>
          <pc:docMk/>
          <pc:sldMk cId="3170510318" sldId="873"/>
        </pc:sldMkLst>
        <pc:picChg chg="add mod ord">
          <ac:chgData name="Fien Spriet" userId="28c6bad0-c7dd-4315-9906-c1a71a1827bd" providerId="ADAL" clId="{643367F0-E2D0-4714-9E44-EE708B2B2FFD}" dt="2023-11-15T22:30:33.738" v="50" actId="167"/>
          <ac:picMkLst>
            <pc:docMk/>
            <pc:sldMk cId="3170510318" sldId="873"/>
            <ac:picMk id="3" creationId="{C4AA4E6F-D745-3533-8AD0-D769B6CEA305}"/>
          </ac:picMkLst>
        </pc:picChg>
        <pc:picChg chg="del">
          <ac:chgData name="Fien Spriet" userId="28c6bad0-c7dd-4315-9906-c1a71a1827bd" providerId="ADAL" clId="{643367F0-E2D0-4714-9E44-EE708B2B2FFD}" dt="2023-11-15T22:30:19.582" v="45" actId="478"/>
          <ac:picMkLst>
            <pc:docMk/>
            <pc:sldMk cId="3170510318" sldId="873"/>
            <ac:picMk id="5" creationId="{CF63186F-48B3-BD83-36D2-CD21C92D5FF6}"/>
          </ac:picMkLst>
        </pc:picChg>
      </pc:sldChg>
      <pc:sldChg chg="mod modShow">
        <pc:chgData name="Fien Spriet" userId="28c6bad0-c7dd-4315-9906-c1a71a1827bd" providerId="ADAL" clId="{643367F0-E2D0-4714-9E44-EE708B2B2FFD}" dt="2023-11-15T22:38:28.226" v="84" actId="729"/>
        <pc:sldMkLst>
          <pc:docMk/>
          <pc:sldMk cId="711262040" sldId="880"/>
        </pc:sldMkLst>
      </pc:sldChg>
      <pc:sldChg chg="mod modShow">
        <pc:chgData name="Fien Spriet" userId="28c6bad0-c7dd-4315-9906-c1a71a1827bd" providerId="ADAL" clId="{643367F0-E2D0-4714-9E44-EE708B2B2FFD}" dt="2023-11-15T22:38:28.226" v="84" actId="729"/>
        <pc:sldMkLst>
          <pc:docMk/>
          <pc:sldMk cId="2649753759" sldId="888"/>
        </pc:sldMkLst>
      </pc:sldChg>
      <pc:sldChg chg="del">
        <pc:chgData name="Fien Spriet" userId="28c6bad0-c7dd-4315-9906-c1a71a1827bd" providerId="ADAL" clId="{643367F0-E2D0-4714-9E44-EE708B2B2FFD}" dt="2023-11-15T22:38:24.316" v="83" actId="47"/>
        <pc:sldMkLst>
          <pc:docMk/>
          <pc:sldMk cId="3458774184" sldId="889"/>
        </pc:sldMkLst>
      </pc:sldChg>
      <pc:sldChg chg="modSp add del mod modShow">
        <pc:chgData name="Fien Spriet" userId="28c6bad0-c7dd-4315-9906-c1a71a1827bd" providerId="ADAL" clId="{643367F0-E2D0-4714-9E44-EE708B2B2FFD}" dt="2023-11-15T22:38:22.481" v="82" actId="47"/>
        <pc:sldMkLst>
          <pc:docMk/>
          <pc:sldMk cId="956143234" sldId="890"/>
        </pc:sldMkLst>
        <pc:spChg chg="mod">
          <ac:chgData name="Fien Spriet" userId="28c6bad0-c7dd-4315-9906-c1a71a1827bd" providerId="ADAL" clId="{643367F0-E2D0-4714-9E44-EE708B2B2FFD}" dt="2023-11-15T22:30:51.342" v="71" actId="20577"/>
          <ac:spMkLst>
            <pc:docMk/>
            <pc:sldMk cId="956143234" sldId="890"/>
            <ac:spMk id="20" creationId="{00000000-0000-0000-0000-000000000000}"/>
          </ac:spMkLst>
        </pc:spChg>
      </pc:sldChg>
      <pc:sldChg chg="addSp delSp modSp add mod replId">
        <pc:chgData name="Fien Spriet" userId="28c6bad0-c7dd-4315-9906-c1a71a1827bd" providerId="ADAL" clId="{643367F0-E2D0-4714-9E44-EE708B2B2FFD}" dt="2023-11-15T22:31:05.207" v="77" actId="167"/>
        <pc:sldMkLst>
          <pc:docMk/>
          <pc:sldMk cId="3235059197" sldId="891"/>
        </pc:sldMkLst>
        <pc:picChg chg="del">
          <ac:chgData name="Fien Spriet" userId="28c6bad0-c7dd-4315-9906-c1a71a1827bd" providerId="ADAL" clId="{643367F0-E2D0-4714-9E44-EE708B2B2FFD}" dt="2023-11-15T22:30:55.591" v="72" actId="478"/>
          <ac:picMkLst>
            <pc:docMk/>
            <pc:sldMk cId="3235059197" sldId="891"/>
            <ac:picMk id="3" creationId="{C4AA4E6F-D745-3533-8AD0-D769B6CEA305}"/>
          </ac:picMkLst>
        </pc:picChg>
        <pc:picChg chg="add mod ord">
          <ac:chgData name="Fien Spriet" userId="28c6bad0-c7dd-4315-9906-c1a71a1827bd" providerId="ADAL" clId="{643367F0-E2D0-4714-9E44-EE708B2B2FFD}" dt="2023-11-15T22:31:05.207" v="77" actId="167"/>
          <ac:picMkLst>
            <pc:docMk/>
            <pc:sldMk cId="3235059197" sldId="891"/>
            <ac:picMk id="4" creationId="{1A3947C4-3047-F5C2-E4E3-5016ED5A0E3F}"/>
          </ac:picMkLst>
        </pc:picChg>
      </pc:sldChg>
    </pc:docChg>
  </pc:docChgLst>
  <pc:docChgLst>
    <pc:chgData name="Fien Spriet" userId="28c6bad0-c7dd-4315-9906-c1a71a1827bd" providerId="ADAL" clId="{33D1C2B9-3F36-47E7-A158-98A4DE73059B}"/>
    <pc:docChg chg="custSel addSld modSld">
      <pc:chgData name="Fien Spriet" userId="28c6bad0-c7dd-4315-9906-c1a71a1827bd" providerId="ADAL" clId="{33D1C2B9-3F36-47E7-A158-98A4DE73059B}" dt="2024-09-18T09:25:56.873" v="76" actId="1076"/>
      <pc:docMkLst>
        <pc:docMk/>
      </pc:docMkLst>
      <pc:sldChg chg="modSp mod">
        <pc:chgData name="Fien Spriet" userId="28c6bad0-c7dd-4315-9906-c1a71a1827bd" providerId="ADAL" clId="{33D1C2B9-3F36-47E7-A158-98A4DE73059B}" dt="2024-09-18T09:23:42.323" v="9" actId="20577"/>
        <pc:sldMkLst>
          <pc:docMk/>
          <pc:sldMk cId="915807263" sldId="272"/>
        </pc:sldMkLst>
        <pc:spChg chg="mod">
          <ac:chgData name="Fien Spriet" userId="28c6bad0-c7dd-4315-9906-c1a71a1827bd" providerId="ADAL" clId="{33D1C2B9-3F36-47E7-A158-98A4DE73059B}" dt="2024-09-18T09:23:42.323" v="9" actId="20577"/>
          <ac:spMkLst>
            <pc:docMk/>
            <pc:sldMk cId="915807263" sldId="272"/>
            <ac:spMk id="22" creationId="{00000000-0000-0000-0000-000000000000}"/>
          </ac:spMkLst>
        </pc:spChg>
      </pc:sldChg>
      <pc:sldChg chg="modSp mod">
        <pc:chgData name="Fien Spriet" userId="28c6bad0-c7dd-4315-9906-c1a71a1827bd" providerId="ADAL" clId="{33D1C2B9-3F36-47E7-A158-98A4DE73059B}" dt="2024-09-18T09:23:50.187" v="27" actId="20577"/>
        <pc:sldMkLst>
          <pc:docMk/>
          <pc:sldMk cId="2625178969" sldId="856"/>
        </pc:sldMkLst>
        <pc:spChg chg="mod">
          <ac:chgData name="Fien Spriet" userId="28c6bad0-c7dd-4315-9906-c1a71a1827bd" providerId="ADAL" clId="{33D1C2B9-3F36-47E7-A158-98A4DE73059B}" dt="2024-09-18T09:23:50.187" v="27" actId="20577"/>
          <ac:spMkLst>
            <pc:docMk/>
            <pc:sldMk cId="2625178969" sldId="856"/>
            <ac:spMk id="20" creationId="{00000000-0000-0000-0000-000000000000}"/>
          </ac:spMkLst>
        </pc:spChg>
      </pc:sldChg>
      <pc:sldChg chg="addSp delSp modSp mod">
        <pc:chgData name="Fien Spriet" userId="28c6bad0-c7dd-4315-9906-c1a71a1827bd" providerId="ADAL" clId="{33D1C2B9-3F36-47E7-A158-98A4DE73059B}" dt="2024-09-18T09:24:22.786" v="35" actId="167"/>
        <pc:sldMkLst>
          <pc:docMk/>
          <pc:sldMk cId="3170510318" sldId="873"/>
        </pc:sldMkLst>
        <pc:picChg chg="del">
          <ac:chgData name="Fien Spriet" userId="28c6bad0-c7dd-4315-9906-c1a71a1827bd" providerId="ADAL" clId="{33D1C2B9-3F36-47E7-A158-98A4DE73059B}" dt="2024-09-18T09:23:53.475" v="28" actId="478"/>
          <ac:picMkLst>
            <pc:docMk/>
            <pc:sldMk cId="3170510318" sldId="873"/>
            <ac:picMk id="3" creationId="{C4AA4E6F-D745-3533-8AD0-D769B6CEA305}"/>
          </ac:picMkLst>
        </pc:picChg>
        <pc:picChg chg="add mod ord">
          <ac:chgData name="Fien Spriet" userId="28c6bad0-c7dd-4315-9906-c1a71a1827bd" providerId="ADAL" clId="{33D1C2B9-3F36-47E7-A158-98A4DE73059B}" dt="2024-09-18T09:24:22.786" v="35" actId="167"/>
          <ac:picMkLst>
            <pc:docMk/>
            <pc:sldMk cId="3170510318" sldId="873"/>
            <ac:picMk id="4" creationId="{10F810AB-31D9-74D2-26C9-E77A082797BA}"/>
          </ac:picMkLst>
        </pc:picChg>
      </pc:sldChg>
      <pc:sldChg chg="modSp mod">
        <pc:chgData name="Fien Spriet" userId="28c6bad0-c7dd-4315-9906-c1a71a1827bd" providerId="ADAL" clId="{33D1C2B9-3F36-47E7-A158-98A4DE73059B}" dt="2024-09-18T09:24:36.555" v="57" actId="20577"/>
        <pc:sldMkLst>
          <pc:docMk/>
          <pc:sldMk cId="956143234" sldId="890"/>
        </pc:sldMkLst>
        <pc:spChg chg="mod">
          <ac:chgData name="Fien Spriet" userId="28c6bad0-c7dd-4315-9906-c1a71a1827bd" providerId="ADAL" clId="{33D1C2B9-3F36-47E7-A158-98A4DE73059B}" dt="2024-09-18T09:24:36.555" v="57" actId="20577"/>
          <ac:spMkLst>
            <pc:docMk/>
            <pc:sldMk cId="956143234" sldId="890"/>
            <ac:spMk id="20" creationId="{00000000-0000-0000-0000-000000000000}"/>
          </ac:spMkLst>
        </pc:spChg>
      </pc:sldChg>
      <pc:sldChg chg="addSp delSp modSp mod">
        <pc:chgData name="Fien Spriet" userId="28c6bad0-c7dd-4315-9906-c1a71a1827bd" providerId="ADAL" clId="{33D1C2B9-3F36-47E7-A158-98A4DE73059B}" dt="2024-09-18T09:25:03.938" v="69" actId="171"/>
        <pc:sldMkLst>
          <pc:docMk/>
          <pc:sldMk cId="3235059197" sldId="891"/>
        </pc:sldMkLst>
        <pc:picChg chg="add mod ord">
          <ac:chgData name="Fien Spriet" userId="28c6bad0-c7dd-4315-9906-c1a71a1827bd" providerId="ADAL" clId="{33D1C2B9-3F36-47E7-A158-98A4DE73059B}" dt="2024-09-18T09:25:03.938" v="69" actId="171"/>
          <ac:picMkLst>
            <pc:docMk/>
            <pc:sldMk cId="3235059197" sldId="891"/>
            <ac:picMk id="3" creationId="{A819A26C-1E64-3073-F40A-D3FC5FBC3036}"/>
          </ac:picMkLst>
        </pc:picChg>
        <pc:picChg chg="del">
          <ac:chgData name="Fien Spriet" userId="28c6bad0-c7dd-4315-9906-c1a71a1827bd" providerId="ADAL" clId="{33D1C2B9-3F36-47E7-A158-98A4DE73059B}" dt="2024-09-18T09:24:40.283" v="58" actId="478"/>
          <ac:picMkLst>
            <pc:docMk/>
            <pc:sldMk cId="3235059197" sldId="891"/>
            <ac:picMk id="4" creationId="{1A3947C4-3047-F5C2-E4E3-5016ED5A0E3F}"/>
          </ac:picMkLst>
        </pc:picChg>
      </pc:sldChg>
      <pc:sldChg chg="addSp delSp modSp add mod">
        <pc:chgData name="Fien Spriet" userId="28c6bad0-c7dd-4315-9906-c1a71a1827bd" providerId="ADAL" clId="{33D1C2B9-3F36-47E7-A158-98A4DE73059B}" dt="2024-09-18T09:25:56.873" v="76" actId="1076"/>
        <pc:sldMkLst>
          <pc:docMk/>
          <pc:sldMk cId="2289976400" sldId="892"/>
        </pc:sldMkLst>
        <pc:picChg chg="del">
          <ac:chgData name="Fien Spriet" userId="28c6bad0-c7dd-4315-9906-c1a71a1827bd" providerId="ADAL" clId="{33D1C2B9-3F36-47E7-A158-98A4DE73059B}" dt="2024-09-18T09:25:39.764" v="71" actId="478"/>
          <ac:picMkLst>
            <pc:docMk/>
            <pc:sldMk cId="2289976400" sldId="892"/>
            <ac:picMk id="3" creationId="{A819A26C-1E64-3073-F40A-D3FC5FBC3036}"/>
          </ac:picMkLst>
        </pc:picChg>
        <pc:picChg chg="add mod">
          <ac:chgData name="Fien Spriet" userId="28c6bad0-c7dd-4315-9906-c1a71a1827bd" providerId="ADAL" clId="{33D1C2B9-3F36-47E7-A158-98A4DE73059B}" dt="2024-09-18T09:25:56.873" v="76" actId="1076"/>
          <ac:picMkLst>
            <pc:docMk/>
            <pc:sldMk cId="2289976400" sldId="892"/>
            <ac:picMk id="4" creationId="{241BCF69-A110-41F3-413A-053CCAE6BF0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14BC5D-A909-794A-9D1F-04242A5D21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2D39D-108B-8343-B595-3F5E89FF8C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247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6A3F5-E40A-BE4C-A81C-F39E5E70F4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70B75-D9A9-6C4D-B558-BA6354982D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247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r">
              <a:defRPr sz="1200"/>
            </a:lvl1pPr>
          </a:lstStyle>
          <a:p>
            <a:fld id="{91488359-39DF-1646-878F-232245F3C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326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r">
              <a:defRPr sz="1200"/>
            </a:lvl1pPr>
          </a:lstStyle>
          <a:p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6088" y="887413"/>
            <a:ext cx="4262437" cy="2398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2" tIns="49522" rIns="99042" bIns="49522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418830"/>
            <a:ext cx="8187690" cy="2797225"/>
          </a:xfrm>
          <a:prstGeom prst="rect">
            <a:avLst/>
          </a:prstGeom>
        </p:spPr>
        <p:txBody>
          <a:bodyPr vert="horz" lIns="99042" tIns="49522" rIns="99042" bIns="4952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r">
              <a:defRPr sz="1200"/>
            </a:lvl1pPr>
          </a:lstStyle>
          <a:p>
            <a:fld id="{C73136C4-34BF-4F63-8452-154E418119A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7896867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77021" y="3816635"/>
            <a:ext cx="1464251" cy="82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239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5080" y="3908399"/>
            <a:ext cx="1460185" cy="82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07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Autofit/>
          </a:bodyPr>
          <a:lstStyle>
            <a:lvl1pPr algn="l">
              <a:defRPr sz="4200" b="0" i="0" baseline="0">
                <a:solidFill>
                  <a:srgbClr val="FFFFFF"/>
                </a:solidFill>
                <a:latin typeface="Montserrat ExtraBold" pitchFamily="2" charset="77"/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14650"/>
            <a:ext cx="7772400" cy="758328"/>
          </a:xfrm>
        </p:spPr>
        <p:txBody>
          <a:bodyPr>
            <a:normAutofit/>
          </a:bodyPr>
          <a:lstStyle>
            <a:lvl1pPr marL="0" indent="0" algn="l">
              <a:buNone/>
              <a:defRPr lang="nl-BE" sz="3200" b="0" i="0" kern="1200" baseline="0" dirty="0">
                <a:solidFill>
                  <a:srgbClr val="FFFFFF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92825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Autofit/>
          </a:bodyPr>
          <a:lstStyle>
            <a:lvl1pPr algn="l">
              <a:defRPr lang="nl-BE" sz="4200" b="0" i="0" kern="1200" baseline="0" dirty="0">
                <a:solidFill>
                  <a:schemeClr val="tx1"/>
                </a:solidFill>
                <a:latin typeface="Montserrat ExtraBold" pitchFamily="2" charset="77"/>
                <a:ea typeface="+mj-ea"/>
                <a:cs typeface="+mj-cs"/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26443"/>
            <a:ext cx="7772400" cy="758328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9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6438" y="741759"/>
            <a:ext cx="3856038" cy="1172312"/>
          </a:xfrm>
        </p:spPr>
        <p:txBody>
          <a:bodyPr anchor="t" anchorCtr="0">
            <a:noAutofit/>
          </a:bodyPr>
          <a:lstStyle>
            <a:lvl1pPr algn="l"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706438" y="2160389"/>
            <a:ext cx="2824162" cy="1876621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300">
                <a:solidFill>
                  <a:srgbClr val="FFFFFE"/>
                </a:solidFill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0643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14331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9627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tx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9627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1" i="0" kern="1200" smtClean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9627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52062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337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rgbClr val="FFFFFE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5337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0" i="0" kern="1200" smtClean="0">
                <a:solidFill>
                  <a:srgbClr val="FFFFFE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8855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rgbClr val="FFFFFE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0" i="0" kern="1200" smtClean="0">
                <a:solidFill>
                  <a:srgbClr val="FFFFFE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458500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49368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tx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9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95338" y="2178050"/>
            <a:ext cx="3508375" cy="1888052"/>
          </a:xfrm>
        </p:spPr>
        <p:txBody>
          <a:bodyPr>
            <a:normAutofit/>
          </a:bodyPr>
          <a:lstStyle>
            <a:lvl1pPr marL="0" indent="0">
              <a:buNone/>
              <a:defRPr sz="1400" b="1" i="0"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48519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>
            <a:lvl1pPr marL="0" indent="0">
              <a:buNone/>
              <a:defRPr>
                <a:solidFill>
                  <a:srgbClr val="FFFFFE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rgbClr val="FFFFFE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1400" b="0" i="0" kern="1200" smtClean="0">
                <a:solidFill>
                  <a:srgbClr val="FFFFFE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73679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en beeld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682" y="731678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2682" y="2586067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812681" y="1591510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kern="120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573588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kern="120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74478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440378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kst en beeld zwar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>
              <a:solidFill>
                <a:srgbClr val="000000"/>
              </a:solidFill>
            </a:endParaRP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2682" y="2614010"/>
            <a:ext cx="2379707" cy="1810502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812682" y="766594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0">
                <a:solidFill>
                  <a:srgbClr val="00000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812682" y="1619650"/>
            <a:ext cx="3508375" cy="847725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4592638" y="1601335"/>
            <a:ext cx="3508375" cy="847725"/>
          </a:xfrm>
        </p:spPr>
        <p:txBody>
          <a:bodyPr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21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669509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kst en beeld zw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>
              <a:solidFill>
                <a:srgbClr val="000000"/>
              </a:solidFill>
            </a:endParaRP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rgbClr val="FFFFFE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4623" y="2596148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454623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bg2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454622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0" i="0" kern="1200" dirty="0" smtClean="0">
                <a:solidFill>
                  <a:schemeClr val="bg2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573588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i="0" kern="1200" dirty="0" smtClean="0">
                <a:solidFill>
                  <a:schemeClr val="bg2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2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7200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545282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338" y="1499508"/>
            <a:ext cx="8229600" cy="2510850"/>
          </a:xfrm>
        </p:spPr>
        <p:txBody>
          <a:bodyPr>
            <a:normAutofit/>
          </a:bodyPr>
          <a:lstStyle>
            <a:lvl1pPr>
              <a:defRPr sz="2800" b="1" i="0">
                <a:solidFill>
                  <a:srgbClr val="FFFFFF"/>
                </a:solidFill>
                <a:latin typeface="Montserrat" panose="00000500000000000000" pitchFamily="2" charset="0"/>
              </a:defRPr>
            </a:lvl1pPr>
            <a:lvl2pPr>
              <a:defRPr sz="2400" b="1" i="0">
                <a:solidFill>
                  <a:srgbClr val="FFFFFF"/>
                </a:solidFill>
                <a:latin typeface="Montserrat" panose="00000500000000000000" pitchFamily="2" charset="0"/>
              </a:defRPr>
            </a:lvl2pPr>
            <a:lvl3pPr>
              <a:defRPr sz="2000" b="1" i="0">
                <a:solidFill>
                  <a:srgbClr val="FFFFFF"/>
                </a:solidFill>
                <a:latin typeface="Montserrat" panose="00000500000000000000" pitchFamily="2" charset="0"/>
              </a:defRPr>
            </a:lvl3pPr>
            <a:lvl4pPr>
              <a:defRPr sz="1800" b="1" i="0">
                <a:solidFill>
                  <a:srgbClr val="FFFFFF"/>
                </a:solidFill>
                <a:latin typeface="Montserrat" panose="00000500000000000000" pitchFamily="2" charset="0"/>
              </a:defRPr>
            </a:lvl4pPr>
            <a:lvl5pPr>
              <a:defRPr sz="1800" b="1" i="0">
                <a:solidFill>
                  <a:srgbClr val="FFFFFF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0" i="0">
                <a:solidFill>
                  <a:schemeClr val="bg2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553320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7" userDrawn="1">
          <p15:clr>
            <a:srgbClr val="FBAE40"/>
          </p15:clr>
        </p15:guide>
        <p15:guide id="2" pos="478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 w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338" y="973031"/>
            <a:ext cx="7963929" cy="3207083"/>
          </a:xfrm>
        </p:spPr>
        <p:txBody>
          <a:bodyPr>
            <a:normAutofit/>
          </a:bodyPr>
          <a:lstStyle>
            <a:lvl1pPr marL="266700" indent="-266700">
              <a:defRPr sz="2800"/>
            </a:lvl1pPr>
            <a:lvl2pPr marL="541338" indent="-274638">
              <a:defRPr sz="2400"/>
            </a:lvl2pPr>
            <a:lvl3pPr marL="808038" indent="-266700">
              <a:defRPr sz="2000"/>
            </a:lvl3pPr>
            <a:lvl4pPr marL="1076325" indent="-268288">
              <a:defRPr sz="1600"/>
            </a:lvl4pPr>
            <a:lvl5pPr marL="1343025" indent="-266700">
              <a:defRPr sz="1400"/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795338" y="268241"/>
            <a:ext cx="6334442" cy="684954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4A2CA899-AC19-4B6A-B13F-AC583E59F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6131" y="4508600"/>
            <a:ext cx="280117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50000"/>
                  </a:schemeClr>
                </a:solidFill>
                <a:latin typeface="Montserrat ExtraLight" panose="00000300000000000000" pitchFamily="2" charset="0"/>
              </a:defRPr>
            </a:lvl1pPr>
          </a:lstStyle>
          <a:p>
            <a:r>
              <a:rPr lang="nl-BE" dirty="0"/>
              <a:t>H04 Ontwikkel een applicatie - slide </a:t>
            </a:r>
            <a:fld id="{31D41983-889B-4BEB-B0C7-A6BBA21D0A1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43161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en opsomming zw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9508"/>
            <a:ext cx="8229600" cy="251085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57200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7200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67235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02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w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 marL="266700" indent="-266700">
              <a:defRPr sz="2800">
                <a:solidFill>
                  <a:schemeClr val="tx1"/>
                </a:solidFill>
              </a:defRPr>
            </a:lvl1pPr>
            <a:lvl2pPr marL="447675" indent="-266700">
              <a:defRPr sz="2400">
                <a:solidFill>
                  <a:schemeClr val="tx1"/>
                </a:solidFill>
              </a:defRPr>
            </a:lvl2pPr>
            <a:lvl3pPr marL="715963" indent="-268288">
              <a:defRPr sz="2000">
                <a:solidFill>
                  <a:schemeClr val="tx1"/>
                </a:solidFill>
              </a:defRPr>
            </a:lvl3pPr>
            <a:lvl4pPr marL="982663" indent="-266700">
              <a:defRPr sz="1800">
                <a:solidFill>
                  <a:schemeClr val="tx1"/>
                </a:solidFill>
              </a:defRPr>
            </a:lvl4pPr>
            <a:lvl5pPr marL="1257300" indent="-274638"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44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816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2469" y="215811"/>
            <a:ext cx="7891462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812" y="1200151"/>
            <a:ext cx="3709987" cy="255647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55647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950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00151"/>
            <a:ext cx="3784600" cy="25564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5564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994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BF45A9F-901A-D64D-A315-8B4BF379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215811"/>
            <a:ext cx="8229600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5263050-C631-2B4F-9EF4-AB772103D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0880" y="1200151"/>
            <a:ext cx="3881120" cy="2556477"/>
          </a:xfr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16F3D89-0724-4142-8869-8A328BB7E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6000" y="1200151"/>
            <a:ext cx="3860800" cy="2556477"/>
          </a:xfr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FB545E-178D-D741-BE1A-D4D4823CBF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786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- enk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635365"/>
            <a:ext cx="8229600" cy="857250"/>
          </a:xfrm>
        </p:spPr>
        <p:txBody>
          <a:bodyPr>
            <a:normAutofit/>
          </a:bodyPr>
          <a:lstStyle>
            <a:lvl1pPr algn="l">
              <a:defRPr sz="3200" b="0"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85813" y="284559"/>
            <a:ext cx="4116388" cy="323227"/>
          </a:xfr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3"/>
          </p:nvPr>
        </p:nvSpPr>
        <p:spPr>
          <a:xfrm>
            <a:off x="798513" y="1726681"/>
            <a:ext cx="8229600" cy="236619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nl-NL"/>
              <a:t>Klik op het pictogram als u een tabel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4202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- enk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635365"/>
            <a:ext cx="8229600" cy="857250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85813" y="284559"/>
            <a:ext cx="4116388" cy="323227"/>
          </a:xfr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3"/>
          </p:nvPr>
        </p:nvSpPr>
        <p:spPr>
          <a:xfrm>
            <a:off x="798513" y="1690688"/>
            <a:ext cx="8229600" cy="241141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nl-NL"/>
              <a:t>Klik op het pictogram als u een grafiek wilt toevoegen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642083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ussendia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43572" y="339699"/>
            <a:ext cx="8007583" cy="1021556"/>
          </a:xfrm>
        </p:spPr>
        <p:txBody>
          <a:bodyPr rIns="0" anchor="t"/>
          <a:lstStyle>
            <a:lvl1pPr algn="l">
              <a:defRPr sz="3000" b="0" cap="none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Titelstijl van model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43572" y="1617465"/>
            <a:ext cx="8007582" cy="1125140"/>
          </a:xfrm>
        </p:spPr>
        <p:txBody>
          <a:bodyPr anchor="t" anchorCtr="0"/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BE"/>
              <a:t>Klik om de tekststijl van het model te bewerken</a:t>
            </a:r>
          </a:p>
        </p:txBody>
      </p:sp>
      <p:sp>
        <p:nvSpPr>
          <p:cNvPr id="10" name="Rechthoek 9"/>
          <p:cNvSpPr/>
          <p:nvPr userDrawn="1"/>
        </p:nvSpPr>
        <p:spPr>
          <a:xfrm>
            <a:off x="360000" y="270000"/>
            <a:ext cx="8424000" cy="4603500"/>
          </a:xfrm>
          <a:prstGeom prst="rect">
            <a:avLst/>
          </a:prstGeom>
          <a:noFill/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46255" y="4550833"/>
            <a:ext cx="11049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25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5338" y="215811"/>
            <a:ext cx="789146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5338" y="1200151"/>
            <a:ext cx="7891462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09239-DE83-4931-9267-F19CACA76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5338" y="472171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50000"/>
                  </a:schemeClr>
                </a:solidFill>
                <a:latin typeface="Montserrat ExtraLight" panose="00000300000000000000" pitchFamily="2" charset="0"/>
              </a:defRPr>
            </a:lvl1pPr>
          </a:lstStyle>
          <a:p>
            <a:r>
              <a:rPr lang="nl-BE"/>
              <a:t>slide </a:t>
            </a:r>
            <a:fld id="{31D41983-889B-4BEB-B0C7-A6BBA21D0A1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62024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5" r:id="rId4"/>
    <p:sldLayoutId id="2147483661" r:id="rId5"/>
    <p:sldLayoutId id="2147483662" r:id="rId6"/>
    <p:sldLayoutId id="2147483663" r:id="rId7"/>
    <p:sldLayoutId id="2147483664" r:id="rId8"/>
    <p:sldLayoutId id="2147483666" r:id="rId9"/>
    <p:sldLayoutId id="2147483665" r:id="rId10"/>
    <p:sldLayoutId id="2147483668" r:id="rId11"/>
    <p:sldLayoutId id="2147483673" r:id="rId12"/>
    <p:sldLayoutId id="2147483670" r:id="rId13"/>
    <p:sldLayoutId id="2147483660" r:id="rId14"/>
    <p:sldLayoutId id="2147483650" r:id="rId15"/>
    <p:sldLayoutId id="2147483672" r:id="rId16"/>
    <p:sldLayoutId id="2147483674" r:id="rId17"/>
    <p:sldLayoutId id="2147483671" r:id="rId18"/>
    <p:sldLayoutId id="2147483667" r:id="rId19"/>
    <p:sldLayoutId id="2147483652" r:id="rId20"/>
    <p:sldLayoutId id="2147483675" r:id="rId21"/>
    <p:sldLayoutId id="2147483658" r:id="rId22"/>
    <p:sldLayoutId id="2147483677" r:id="rId23"/>
    <p:sldLayoutId id="2147483659" r:id="rId24"/>
    <p:sldLayoutId id="2147483678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1" i="0" kern="1200">
          <a:solidFill>
            <a:schemeClr val="tx1"/>
          </a:solidFill>
          <a:latin typeface="Montserrat SemiBold" panose="00000700000000000000" pitchFamily="2" charset="0"/>
          <a:ea typeface="+mj-ea"/>
          <a:cs typeface="+mj-cs"/>
        </a:defRPr>
      </a:lvl1pPr>
    </p:titleStyle>
    <p:bodyStyle>
      <a:lvl1pPr marL="266700" indent="-2667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28650" indent="-268288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895350" indent="-2667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163638" indent="-268288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1436688" indent="-273050" algn="l" defTabSz="457200" rtl="0" eaLnBrk="1" latinLnBrk="0" hangingPunct="1">
        <a:spcBef>
          <a:spcPct val="20000"/>
        </a:spcBef>
        <a:buFont typeface="Arial"/>
        <a:buChar char="»"/>
        <a:defRPr sz="14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7" userDrawn="1">
          <p15:clr>
            <a:srgbClr val="F26B43"/>
          </p15:clr>
        </p15:guide>
        <p15:guide id="2" pos="4785" userDrawn="1">
          <p15:clr>
            <a:srgbClr val="F26B43"/>
          </p15:clr>
        </p15:guide>
        <p15:guide id="3" pos="975" userDrawn="1">
          <p15:clr>
            <a:srgbClr val="F26B43"/>
          </p15:clr>
        </p15:guide>
        <p15:guide id="4" orient="horz" pos="7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.jp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3" r="6358"/>
          <a:stretch/>
        </p:blipFill>
        <p:spPr>
          <a:xfrm>
            <a:off x="7471" y="0"/>
            <a:ext cx="6618881" cy="5143500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4101" cy="5143500"/>
          </a:xfrm>
          <a:prstGeom prst="rect">
            <a:avLst/>
          </a:prstGeom>
        </p:spPr>
      </p:pic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685800" y="1726408"/>
            <a:ext cx="7772400" cy="845342"/>
          </a:xfrm>
        </p:spPr>
        <p:txBody>
          <a:bodyPr/>
          <a:lstStyle/>
          <a:p>
            <a:r>
              <a:rPr lang="nl-BE" dirty="0"/>
              <a:t>OOSD I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685800" y="2571750"/>
            <a:ext cx="7772400" cy="758328"/>
          </a:xfrm>
        </p:spPr>
        <p:txBody>
          <a:bodyPr>
            <a:normAutofit/>
          </a:bodyPr>
          <a:lstStyle/>
          <a:p>
            <a:r>
              <a:rPr lang="nl-BE" dirty="0"/>
              <a:t>Hoofdstuk 5: Oefening Personages</a:t>
            </a:r>
          </a:p>
        </p:txBody>
      </p:sp>
    </p:spTree>
    <p:extLst>
      <p:ext uri="{BB962C8B-B14F-4D97-AF65-F5344CB8AC3E}">
        <p14:creationId xmlns:p14="http://schemas.microsoft.com/office/powerpoint/2010/main" val="915807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419003" cy="4735689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685800" y="1726408"/>
            <a:ext cx="7772400" cy="845342"/>
          </a:xfrm>
        </p:spPr>
        <p:txBody>
          <a:bodyPr/>
          <a:lstStyle/>
          <a:p>
            <a:r>
              <a:rPr lang="nl-BE" sz="3600" dirty="0" err="1"/>
              <a:t>Use</a:t>
            </a:r>
            <a:r>
              <a:rPr lang="nl-BE" sz="3600" dirty="0"/>
              <a:t> case 1: Maak een categorie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DB69ECC-9BD4-C857-98F0-84C23FE18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2517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F810AB-31D9-74D2-26C9-E77A082797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105695"/>
            <a:ext cx="2682802" cy="932109"/>
          </a:xfrm>
          <a:prstGeom prst="rect">
            <a:avLst/>
          </a:prstGeom>
        </p:spPr>
      </p:pic>
      <p:grpSp>
        <p:nvGrpSpPr>
          <p:cNvPr id="11" name="Stap 1">
            <a:extLst>
              <a:ext uri="{FF2B5EF4-FFF2-40B4-BE49-F238E27FC236}">
                <a16:creationId xmlns:a16="http://schemas.microsoft.com/office/drawing/2014/main" id="{CBB5CF22-2C0A-4B92-01D8-921CC38F68C1}"/>
              </a:ext>
            </a:extLst>
          </p:cNvPr>
          <p:cNvGrpSpPr/>
          <p:nvPr/>
        </p:nvGrpSpPr>
        <p:grpSpPr>
          <a:xfrm>
            <a:off x="2586251" y="174829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160F24-FB6E-1661-43D7-CB0E44119576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848BBDA-51B0-7E07-26C9-7E3B270846ED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5E2B67CD-82B4-94A5-5706-161342548873}"/>
              </a:ext>
            </a:extLst>
          </p:cNvPr>
          <p:cNvGrpSpPr/>
          <p:nvPr/>
        </p:nvGrpSpPr>
        <p:grpSpPr>
          <a:xfrm>
            <a:off x="4662973" y="-16318"/>
            <a:ext cx="2201738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2433BB-7DB0-AA80-51CC-AF9EA197725B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AE915494-1B2A-E7AF-01CF-2F170DC20960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dirty="0"/>
                <a:t>methode +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1830235E-D6C1-7093-6A75-1BCF0C11E014}"/>
              </a:ext>
            </a:extLst>
          </p:cNvPr>
          <p:cNvGrpSpPr/>
          <p:nvPr/>
        </p:nvGrpSpPr>
        <p:grpSpPr>
          <a:xfrm>
            <a:off x="6881434" y="-7377"/>
            <a:ext cx="2158365" cy="5073285"/>
            <a:chOff x="-21536" y="-96801"/>
            <a:chExt cx="2390382" cy="5219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9BD7FCC-33BA-5723-72C6-DBC3EC12D09C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A15F4140-9B25-7516-F463-194BCE20133E}"/>
                </a:ext>
              </a:extLst>
            </p:cNvPr>
            <p:cNvSpPr txBox="1"/>
            <p:nvPr/>
          </p:nvSpPr>
          <p:spPr>
            <a:xfrm>
              <a:off x="-21536" y="-96801"/>
              <a:ext cx="2286000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dirty="0"/>
                <a:t>Stap 3:</a:t>
              </a:r>
            </a:p>
            <a:p>
              <a:r>
                <a:rPr lang="nl-BE" dirty="0"/>
                <a:t>CREATOR + EXPERT</a:t>
              </a:r>
              <a:br>
                <a:rPr lang="nl-BE" dirty="0"/>
              </a:br>
              <a:r>
                <a:rPr lang="nl-BE" dirty="0"/>
                <a:t>nota’s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0510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A4060-6350-23B3-8E78-DB42BD5C8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7F4BA5-5098-AB03-C9CA-C1B8D1069E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870057"/>
            <a:ext cx="4039230" cy="1403385"/>
          </a:xfrm>
          <a:prstGeom prst="rect">
            <a:avLst/>
          </a:prstGeom>
        </p:spPr>
      </p:pic>
      <p:grpSp>
        <p:nvGrpSpPr>
          <p:cNvPr id="11" name="Stap 1">
            <a:extLst>
              <a:ext uri="{FF2B5EF4-FFF2-40B4-BE49-F238E27FC236}">
                <a16:creationId xmlns:a16="http://schemas.microsoft.com/office/drawing/2014/main" id="{33D8E6AB-ADF5-B7DF-4973-24D5795B6FE1}"/>
              </a:ext>
            </a:extLst>
          </p:cNvPr>
          <p:cNvGrpSpPr/>
          <p:nvPr/>
        </p:nvGrpSpPr>
        <p:grpSpPr>
          <a:xfrm>
            <a:off x="446545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D3F637C-1033-F6EC-E9FD-BBD5E83A6FF7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C2926D45-23C4-47D0-1635-E4D7CDC9287F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sp>
        <p:nvSpPr>
          <p:cNvPr id="3" name="kader SO 1">
            <a:extLst>
              <a:ext uri="{FF2B5EF4-FFF2-40B4-BE49-F238E27FC236}">
                <a16:creationId xmlns:a16="http://schemas.microsoft.com/office/drawing/2014/main" id="{576CCDC0-5E4A-E100-FCF6-C5BDADDE545D}"/>
              </a:ext>
            </a:extLst>
          </p:cNvPr>
          <p:cNvSpPr/>
          <p:nvPr/>
        </p:nvSpPr>
        <p:spPr>
          <a:xfrm>
            <a:off x="88247" y="2296721"/>
            <a:ext cx="3712545" cy="3642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cxnSp>
        <p:nvCxnSpPr>
          <p:cNvPr id="4" name="start: pijl ssd-&gt;1">
            <a:extLst>
              <a:ext uri="{FF2B5EF4-FFF2-40B4-BE49-F238E27FC236}">
                <a16:creationId xmlns:a16="http://schemas.microsoft.com/office/drawing/2014/main" id="{11078FA3-3C8F-AB89-03B7-8F77F6958040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3800792" y="2478854"/>
            <a:ext cx="811644" cy="4031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tart: stap 1">
            <a:extLst>
              <a:ext uri="{FF2B5EF4-FFF2-40B4-BE49-F238E27FC236}">
                <a16:creationId xmlns:a16="http://schemas.microsoft.com/office/drawing/2014/main" id="{294483D6-5CBB-03B2-B537-0ED826E09F4B}"/>
              </a:ext>
            </a:extLst>
          </p:cNvPr>
          <p:cNvSpPr txBox="1"/>
          <p:nvPr/>
        </p:nvSpPr>
        <p:spPr>
          <a:xfrm>
            <a:off x="4612436" y="1776785"/>
            <a:ext cx="1859864" cy="22104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OC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Tussentoestand?</a:t>
            </a:r>
          </a:p>
          <a:p>
            <a:pPr marL="358775" lvl="1" indent="-1762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Nee (alleen input/output)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Geen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Niets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16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30670-4671-A2F4-085E-78D981981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93897D-9320-C953-24E0-EC68B1414A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870057"/>
            <a:ext cx="4039230" cy="1403385"/>
          </a:xfrm>
          <a:prstGeom prst="rect">
            <a:avLst/>
          </a:prstGeom>
        </p:spPr>
      </p:pic>
      <p:grpSp>
        <p:nvGrpSpPr>
          <p:cNvPr id="11" name="Stap 1">
            <a:extLst>
              <a:ext uri="{FF2B5EF4-FFF2-40B4-BE49-F238E27FC236}">
                <a16:creationId xmlns:a16="http://schemas.microsoft.com/office/drawing/2014/main" id="{277B8328-4AB6-61F9-D382-F8D8E7061E4F}"/>
              </a:ext>
            </a:extLst>
          </p:cNvPr>
          <p:cNvGrpSpPr/>
          <p:nvPr/>
        </p:nvGrpSpPr>
        <p:grpSpPr>
          <a:xfrm>
            <a:off x="446545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37ACB42-26D3-0F74-3C8E-F45A077C8FAB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CB287CDE-5886-08A4-290F-0E35E0168718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sp>
        <p:nvSpPr>
          <p:cNvPr id="3" name="kader SO 1">
            <a:extLst>
              <a:ext uri="{FF2B5EF4-FFF2-40B4-BE49-F238E27FC236}">
                <a16:creationId xmlns:a16="http://schemas.microsoft.com/office/drawing/2014/main" id="{6A005966-8C15-6D0A-ED87-A8320AB5D593}"/>
              </a:ext>
            </a:extLst>
          </p:cNvPr>
          <p:cNvSpPr/>
          <p:nvPr/>
        </p:nvSpPr>
        <p:spPr>
          <a:xfrm>
            <a:off x="163342" y="2768911"/>
            <a:ext cx="3712545" cy="3642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cxnSp>
        <p:nvCxnSpPr>
          <p:cNvPr id="4" name="start: pijl ssd-&gt;1">
            <a:extLst>
              <a:ext uri="{FF2B5EF4-FFF2-40B4-BE49-F238E27FC236}">
                <a16:creationId xmlns:a16="http://schemas.microsoft.com/office/drawing/2014/main" id="{9AABE0C9-7F93-4622-6B27-1E556B57D509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3875887" y="2951044"/>
            <a:ext cx="74209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tart: stap 1">
            <a:extLst>
              <a:ext uri="{FF2B5EF4-FFF2-40B4-BE49-F238E27FC236}">
                <a16:creationId xmlns:a16="http://schemas.microsoft.com/office/drawing/2014/main" id="{CA9D935F-2E9E-FD99-4D0E-9ABADADFCF0F}"/>
              </a:ext>
            </a:extLst>
          </p:cNvPr>
          <p:cNvSpPr txBox="1"/>
          <p:nvPr/>
        </p:nvSpPr>
        <p:spPr>
          <a:xfrm>
            <a:off x="4617980" y="2202715"/>
            <a:ext cx="1859864" cy="14966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Wel OC 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8" name="kader SO 1">
            <a:extLst>
              <a:ext uri="{FF2B5EF4-FFF2-40B4-BE49-F238E27FC236}">
                <a16:creationId xmlns:a16="http://schemas.microsoft.com/office/drawing/2014/main" id="{7F0F1942-A345-563A-FE69-2F156315B084}"/>
              </a:ext>
            </a:extLst>
          </p:cNvPr>
          <p:cNvSpPr/>
          <p:nvPr/>
        </p:nvSpPr>
        <p:spPr>
          <a:xfrm>
            <a:off x="163341" y="2296721"/>
            <a:ext cx="3712545" cy="36426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2665989E-56CE-85B0-5254-E9AE7E9AE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3002" y="2291913"/>
            <a:ext cx="319728" cy="3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7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uiExpand="1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903E3-F41D-DE85-346F-24B126E4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D84A3F-6493-1AAE-FFB8-F51908EFEB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870057"/>
            <a:ext cx="4039230" cy="1403385"/>
          </a:xfrm>
          <a:prstGeom prst="rect">
            <a:avLst/>
          </a:prstGeom>
        </p:spPr>
      </p:pic>
      <p:sp>
        <p:nvSpPr>
          <p:cNvPr id="3" name="kader SO 1">
            <a:extLst>
              <a:ext uri="{FF2B5EF4-FFF2-40B4-BE49-F238E27FC236}">
                <a16:creationId xmlns:a16="http://schemas.microsoft.com/office/drawing/2014/main" id="{3FCD8F42-76B0-0CA5-3299-0FFC522CE8FA}"/>
              </a:ext>
            </a:extLst>
          </p:cNvPr>
          <p:cNvSpPr/>
          <p:nvPr/>
        </p:nvSpPr>
        <p:spPr>
          <a:xfrm>
            <a:off x="163342" y="2768911"/>
            <a:ext cx="3712545" cy="36426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sp>
        <p:nvSpPr>
          <p:cNvPr id="8" name="kader SO 1">
            <a:extLst>
              <a:ext uri="{FF2B5EF4-FFF2-40B4-BE49-F238E27FC236}">
                <a16:creationId xmlns:a16="http://schemas.microsoft.com/office/drawing/2014/main" id="{50AC90F3-75FC-ACA1-113E-9CECC4DFEA7F}"/>
              </a:ext>
            </a:extLst>
          </p:cNvPr>
          <p:cNvSpPr/>
          <p:nvPr/>
        </p:nvSpPr>
        <p:spPr>
          <a:xfrm>
            <a:off x="163341" y="2296721"/>
            <a:ext cx="3712545" cy="36426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51B63C05-919B-945F-9394-7887F6394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3002" y="2291913"/>
            <a:ext cx="319728" cy="319728"/>
          </a:xfrm>
          <a:prstGeom prst="rect">
            <a:avLst/>
          </a:prstGeom>
        </p:spPr>
      </p:pic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0801B868-B1E4-ECA9-6DBA-1D6E6FE33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0100" y="2768911"/>
            <a:ext cx="319728" cy="319728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C203117-1FA3-4477-E615-D27414D67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3611" y="869429"/>
            <a:ext cx="4449609" cy="301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92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7EFD2-70CE-F8AB-F42B-7965F30E5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1728015F-8E8E-3AFA-76C4-95C0E58E8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419003" cy="473568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7AE7A5F3-D1C4-C95F-DE7A-49A0474E6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6408"/>
            <a:ext cx="7772400" cy="845342"/>
          </a:xfrm>
        </p:spPr>
        <p:txBody>
          <a:bodyPr/>
          <a:lstStyle/>
          <a:p>
            <a:r>
              <a:rPr lang="nl-BE" sz="3600" dirty="0" err="1"/>
              <a:t>Use</a:t>
            </a:r>
            <a:r>
              <a:rPr lang="nl-BE" sz="3600" dirty="0"/>
              <a:t> case 2: Maak een personage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A6F11A6-2AB9-7145-4492-5FB3083B50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15968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E508D72-F3E1-6F52-0F60-6C0C291E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98EE95-EBBE-2BB5-1B27-9A51BE1666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823543"/>
            <a:ext cx="2678846" cy="1496413"/>
          </a:xfrm>
          <a:prstGeom prst="rect">
            <a:avLst/>
          </a:prstGeom>
        </p:spPr>
      </p:pic>
      <p:grpSp>
        <p:nvGrpSpPr>
          <p:cNvPr id="11" name="Stap 1">
            <a:extLst>
              <a:ext uri="{FF2B5EF4-FFF2-40B4-BE49-F238E27FC236}">
                <a16:creationId xmlns:a16="http://schemas.microsoft.com/office/drawing/2014/main" id="{1B94FBC3-FC0B-CE07-F7B3-6222F4C832DA}"/>
              </a:ext>
            </a:extLst>
          </p:cNvPr>
          <p:cNvGrpSpPr/>
          <p:nvPr/>
        </p:nvGrpSpPr>
        <p:grpSpPr>
          <a:xfrm>
            <a:off x="2586251" y="174829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F5B764C-DE36-1E93-BC8D-6BF83A20570F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C5A425FD-2032-6026-4DA1-B8D48EB969F8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14840890-A375-32D4-55D8-6E44D3C6ADEC}"/>
              </a:ext>
            </a:extLst>
          </p:cNvPr>
          <p:cNvGrpSpPr/>
          <p:nvPr/>
        </p:nvGrpSpPr>
        <p:grpSpPr>
          <a:xfrm>
            <a:off x="4662973" y="-16318"/>
            <a:ext cx="2201738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50B0557-B8FC-5D45-7CFB-3B576BE1FA28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C1A2BE6D-3DAC-3536-6DEC-A088D973B773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dirty="0"/>
                <a:t>methode +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911E27BA-6436-4A60-94ED-A182A61D5567}"/>
              </a:ext>
            </a:extLst>
          </p:cNvPr>
          <p:cNvGrpSpPr/>
          <p:nvPr/>
        </p:nvGrpSpPr>
        <p:grpSpPr>
          <a:xfrm>
            <a:off x="6881434" y="-7377"/>
            <a:ext cx="2158365" cy="5073285"/>
            <a:chOff x="-21536" y="-96801"/>
            <a:chExt cx="2390382" cy="5219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C4D1C9D-998F-D810-D193-1CA27F1FCCF3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6DDD0B6A-66BD-6BFD-EA49-486FAB4F4D61}"/>
                </a:ext>
              </a:extLst>
            </p:cNvPr>
            <p:cNvSpPr txBox="1"/>
            <p:nvPr/>
          </p:nvSpPr>
          <p:spPr>
            <a:xfrm>
              <a:off x="-21536" y="-96801"/>
              <a:ext cx="2286000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dirty="0"/>
                <a:t>Stap 3:</a:t>
              </a:r>
            </a:p>
            <a:p>
              <a:r>
                <a:rPr lang="nl-BE" dirty="0"/>
                <a:t>CREATOR + EXPERT</a:t>
              </a:r>
              <a:br>
                <a:rPr lang="nl-BE" dirty="0"/>
              </a:br>
              <a:r>
                <a:rPr lang="nl-BE" dirty="0"/>
                <a:t>nota’s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0023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95268-50B1-49B5-6C9E-D3F8E4F9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132C0F-A9E2-85A7-239C-B6E6F79331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0194" y="1408241"/>
            <a:ext cx="4165775" cy="2327017"/>
          </a:xfrm>
          <a:prstGeom prst="rect">
            <a:avLst/>
          </a:prstGeom>
        </p:spPr>
      </p:pic>
      <p:grpSp>
        <p:nvGrpSpPr>
          <p:cNvPr id="11" name="Stap 1">
            <a:extLst>
              <a:ext uri="{FF2B5EF4-FFF2-40B4-BE49-F238E27FC236}">
                <a16:creationId xmlns:a16="http://schemas.microsoft.com/office/drawing/2014/main" id="{E2058537-D529-DD50-16DA-205759AAA989}"/>
              </a:ext>
            </a:extLst>
          </p:cNvPr>
          <p:cNvGrpSpPr/>
          <p:nvPr/>
        </p:nvGrpSpPr>
        <p:grpSpPr>
          <a:xfrm>
            <a:off x="446545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C56A894-5BC9-6586-77D4-D2589FCCDD0B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830BD37B-0A2D-E298-512D-376BFED3B8AE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sp>
        <p:nvSpPr>
          <p:cNvPr id="3" name="kader SO 1">
            <a:extLst>
              <a:ext uri="{FF2B5EF4-FFF2-40B4-BE49-F238E27FC236}">
                <a16:creationId xmlns:a16="http://schemas.microsoft.com/office/drawing/2014/main" id="{EC7999F7-9381-19E1-843C-4619E359E3DE}"/>
              </a:ext>
            </a:extLst>
          </p:cNvPr>
          <p:cNvSpPr/>
          <p:nvPr/>
        </p:nvSpPr>
        <p:spPr>
          <a:xfrm>
            <a:off x="284673" y="1971040"/>
            <a:ext cx="3712545" cy="60071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cxnSp>
        <p:nvCxnSpPr>
          <p:cNvPr id="4" name="start: pijl ssd-&gt;1">
            <a:extLst>
              <a:ext uri="{FF2B5EF4-FFF2-40B4-BE49-F238E27FC236}">
                <a16:creationId xmlns:a16="http://schemas.microsoft.com/office/drawing/2014/main" id="{7319A099-D629-97B9-4E4C-7208555B9B71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3997218" y="2271395"/>
            <a:ext cx="615218" cy="5319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tart: stap 1">
            <a:extLst>
              <a:ext uri="{FF2B5EF4-FFF2-40B4-BE49-F238E27FC236}">
                <a16:creationId xmlns:a16="http://schemas.microsoft.com/office/drawing/2014/main" id="{70996471-7C07-6CBE-D4B6-E637BB09A07D}"/>
              </a:ext>
            </a:extLst>
          </p:cNvPr>
          <p:cNvSpPr txBox="1"/>
          <p:nvPr/>
        </p:nvSpPr>
        <p:spPr>
          <a:xfrm>
            <a:off x="4612436" y="1776786"/>
            <a:ext cx="1859864" cy="20532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OC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Tussentoestand?</a:t>
            </a:r>
          </a:p>
          <a:p>
            <a:pPr marL="358775" lvl="1" indent="-1762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Nee (alleen input/output)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Geen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2241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uiExpand="1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15C1F-6CD3-3B99-1267-74ED4E41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5C309B-0F99-573D-20A7-21BC6467AB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0194" y="1408241"/>
            <a:ext cx="4165775" cy="2327017"/>
          </a:xfrm>
          <a:prstGeom prst="rect">
            <a:avLst/>
          </a:prstGeom>
        </p:spPr>
      </p:pic>
      <p:sp>
        <p:nvSpPr>
          <p:cNvPr id="3" name="kader SO 1">
            <a:extLst>
              <a:ext uri="{FF2B5EF4-FFF2-40B4-BE49-F238E27FC236}">
                <a16:creationId xmlns:a16="http://schemas.microsoft.com/office/drawing/2014/main" id="{7624DD75-B266-1D47-B384-296D2F73A9F2}"/>
              </a:ext>
            </a:extLst>
          </p:cNvPr>
          <p:cNvSpPr/>
          <p:nvPr/>
        </p:nvSpPr>
        <p:spPr>
          <a:xfrm>
            <a:off x="284673" y="1971040"/>
            <a:ext cx="3712545" cy="60071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09F804E-AC97-BD79-9A4A-71572B65A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617" y="967572"/>
            <a:ext cx="4737837" cy="3208355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661600E7-7833-69E4-806D-1002D9E9BC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1889" y="2111531"/>
            <a:ext cx="319728" cy="3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46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8C97B-6BA9-0545-62CC-1C1145058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9AC74C-0B76-4961-0A37-31DA21AA57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0194" y="1408241"/>
            <a:ext cx="4165775" cy="2327017"/>
          </a:xfrm>
          <a:prstGeom prst="rect">
            <a:avLst/>
          </a:prstGeom>
        </p:spPr>
      </p:pic>
      <p:grpSp>
        <p:nvGrpSpPr>
          <p:cNvPr id="11" name="Stap 1">
            <a:extLst>
              <a:ext uri="{FF2B5EF4-FFF2-40B4-BE49-F238E27FC236}">
                <a16:creationId xmlns:a16="http://schemas.microsoft.com/office/drawing/2014/main" id="{0330CAB4-23CF-AECC-7F52-4F3B7EBA2B9C}"/>
              </a:ext>
            </a:extLst>
          </p:cNvPr>
          <p:cNvGrpSpPr/>
          <p:nvPr/>
        </p:nvGrpSpPr>
        <p:grpSpPr>
          <a:xfrm>
            <a:off x="446545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67B1436-51AB-9902-5265-6C52FD2CEABB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16DCC63C-BE1A-87AD-3116-A989D8EDD51F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sp>
        <p:nvSpPr>
          <p:cNvPr id="3" name="kader SO 1">
            <a:extLst>
              <a:ext uri="{FF2B5EF4-FFF2-40B4-BE49-F238E27FC236}">
                <a16:creationId xmlns:a16="http://schemas.microsoft.com/office/drawing/2014/main" id="{11DD3AAF-C7B1-2B8D-6BE9-5A1FA920D908}"/>
              </a:ext>
            </a:extLst>
          </p:cNvPr>
          <p:cNvSpPr/>
          <p:nvPr/>
        </p:nvSpPr>
        <p:spPr>
          <a:xfrm>
            <a:off x="284673" y="2668249"/>
            <a:ext cx="3712545" cy="40473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cxnSp>
        <p:nvCxnSpPr>
          <p:cNvPr id="4" name="start: pijl ssd-&gt;1">
            <a:extLst>
              <a:ext uri="{FF2B5EF4-FFF2-40B4-BE49-F238E27FC236}">
                <a16:creationId xmlns:a16="http://schemas.microsoft.com/office/drawing/2014/main" id="{1A3E9600-D00B-751D-55A4-8DE91B8A20D2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3997218" y="2870617"/>
            <a:ext cx="6207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tart: stap 1">
            <a:extLst>
              <a:ext uri="{FF2B5EF4-FFF2-40B4-BE49-F238E27FC236}">
                <a16:creationId xmlns:a16="http://schemas.microsoft.com/office/drawing/2014/main" id="{93A7633E-F552-829C-3C53-E2A350E1E1D3}"/>
              </a:ext>
            </a:extLst>
          </p:cNvPr>
          <p:cNvSpPr txBox="1"/>
          <p:nvPr/>
        </p:nvSpPr>
        <p:spPr>
          <a:xfrm>
            <a:off x="4617980" y="1667940"/>
            <a:ext cx="1859864" cy="24053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OC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Tussentoestand?</a:t>
            </a:r>
          </a:p>
          <a:p>
            <a:pPr marL="358775" lvl="1" indent="-1762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Ja (geselecteerde categorie nog nodig om personage aan te maken)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Wel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7" name="kader SO 1">
            <a:extLst>
              <a:ext uri="{FF2B5EF4-FFF2-40B4-BE49-F238E27FC236}">
                <a16:creationId xmlns:a16="http://schemas.microsoft.com/office/drawing/2014/main" id="{E2948505-97B3-3401-A73F-F8F95B34BAAE}"/>
              </a:ext>
            </a:extLst>
          </p:cNvPr>
          <p:cNvSpPr/>
          <p:nvPr/>
        </p:nvSpPr>
        <p:spPr>
          <a:xfrm>
            <a:off x="284673" y="1971040"/>
            <a:ext cx="3712545" cy="60071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14" name="Graphic 13" descr="Checkmark with solid fill">
            <a:extLst>
              <a:ext uri="{FF2B5EF4-FFF2-40B4-BE49-F238E27FC236}">
                <a16:creationId xmlns:a16="http://schemas.microsoft.com/office/drawing/2014/main" id="{633583FA-90DB-E9D3-F504-0F5B5094B4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1889" y="2111531"/>
            <a:ext cx="319728" cy="3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54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uiExpand="1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B68D2-FF5F-D547-3148-DA384215E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E14D81-26AF-BBE4-40AC-D7465EE236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0194" y="1408241"/>
            <a:ext cx="4165775" cy="2327017"/>
          </a:xfrm>
          <a:prstGeom prst="rect">
            <a:avLst/>
          </a:prstGeom>
        </p:spPr>
      </p:pic>
      <p:sp>
        <p:nvSpPr>
          <p:cNvPr id="3" name="kader SO 1">
            <a:extLst>
              <a:ext uri="{FF2B5EF4-FFF2-40B4-BE49-F238E27FC236}">
                <a16:creationId xmlns:a16="http://schemas.microsoft.com/office/drawing/2014/main" id="{A8235548-4EC3-2B18-EF74-9B1051487012}"/>
              </a:ext>
            </a:extLst>
          </p:cNvPr>
          <p:cNvSpPr/>
          <p:nvPr/>
        </p:nvSpPr>
        <p:spPr>
          <a:xfrm>
            <a:off x="284673" y="1971040"/>
            <a:ext cx="3712545" cy="60071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DE3B16-785B-A9B9-DA80-5A46D04D40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1617" y="967572"/>
            <a:ext cx="4737836" cy="3208355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C23BE346-F5C0-C7C4-FCB2-82DF7F69AD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1889" y="2111531"/>
            <a:ext cx="319728" cy="319728"/>
          </a:xfrm>
          <a:prstGeom prst="rect">
            <a:avLst/>
          </a:prstGeom>
        </p:spPr>
      </p:pic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D3A5B4D8-DAB3-3E62-024C-616678D679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1889" y="2763530"/>
            <a:ext cx="319728" cy="319728"/>
          </a:xfrm>
          <a:prstGeom prst="rect">
            <a:avLst/>
          </a:prstGeom>
        </p:spPr>
      </p:pic>
      <p:sp>
        <p:nvSpPr>
          <p:cNvPr id="6" name="kader SO 1">
            <a:extLst>
              <a:ext uri="{FF2B5EF4-FFF2-40B4-BE49-F238E27FC236}">
                <a16:creationId xmlns:a16="http://schemas.microsoft.com/office/drawing/2014/main" id="{D4BC64AD-D478-F082-14FD-535578F067D0}"/>
              </a:ext>
            </a:extLst>
          </p:cNvPr>
          <p:cNvSpPr/>
          <p:nvPr/>
        </p:nvSpPr>
        <p:spPr>
          <a:xfrm>
            <a:off x="284673" y="2668249"/>
            <a:ext cx="3712545" cy="40473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7228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7081F-B5A0-C957-4DB2-5305069D9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BCCA49-6548-D049-4775-6B0CA7EABA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0194" y="1408241"/>
            <a:ext cx="4165775" cy="2327017"/>
          </a:xfrm>
          <a:prstGeom prst="rect">
            <a:avLst/>
          </a:prstGeom>
        </p:spPr>
      </p:pic>
      <p:grpSp>
        <p:nvGrpSpPr>
          <p:cNvPr id="11" name="Stap 1">
            <a:extLst>
              <a:ext uri="{FF2B5EF4-FFF2-40B4-BE49-F238E27FC236}">
                <a16:creationId xmlns:a16="http://schemas.microsoft.com/office/drawing/2014/main" id="{206D3ECD-6522-9835-F6D2-4872C6997737}"/>
              </a:ext>
            </a:extLst>
          </p:cNvPr>
          <p:cNvGrpSpPr/>
          <p:nvPr/>
        </p:nvGrpSpPr>
        <p:grpSpPr>
          <a:xfrm>
            <a:off x="446545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F5155EC-8C23-9D98-E03F-CEEDFE3B86BB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278DE029-4116-DF4D-2605-9E744EFC6FDB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sp>
        <p:nvSpPr>
          <p:cNvPr id="3" name="kader SO 1">
            <a:extLst>
              <a:ext uri="{FF2B5EF4-FFF2-40B4-BE49-F238E27FC236}">
                <a16:creationId xmlns:a16="http://schemas.microsoft.com/office/drawing/2014/main" id="{785B492D-2AF4-B43A-EAB7-D1446DA14FA6}"/>
              </a:ext>
            </a:extLst>
          </p:cNvPr>
          <p:cNvSpPr/>
          <p:nvPr/>
        </p:nvSpPr>
        <p:spPr>
          <a:xfrm>
            <a:off x="284673" y="3134549"/>
            <a:ext cx="3712545" cy="40473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cxnSp>
        <p:nvCxnSpPr>
          <p:cNvPr id="4" name="start: pijl ssd-&gt;1">
            <a:extLst>
              <a:ext uri="{FF2B5EF4-FFF2-40B4-BE49-F238E27FC236}">
                <a16:creationId xmlns:a16="http://schemas.microsoft.com/office/drawing/2014/main" id="{C52BAEA5-6DF3-7001-ECA9-088638EEFBC4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3997218" y="3336917"/>
            <a:ext cx="61120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tart: stap 1">
            <a:extLst>
              <a:ext uri="{FF2B5EF4-FFF2-40B4-BE49-F238E27FC236}">
                <a16:creationId xmlns:a16="http://schemas.microsoft.com/office/drawing/2014/main" id="{15516FA9-669B-EAC5-7FB8-1123BFD0C40D}"/>
              </a:ext>
            </a:extLst>
          </p:cNvPr>
          <p:cNvSpPr txBox="1"/>
          <p:nvPr/>
        </p:nvSpPr>
        <p:spPr>
          <a:xfrm>
            <a:off x="4608423" y="2603612"/>
            <a:ext cx="1859864" cy="14666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OC 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Wel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7" name="kader SO 1">
            <a:extLst>
              <a:ext uri="{FF2B5EF4-FFF2-40B4-BE49-F238E27FC236}">
                <a16:creationId xmlns:a16="http://schemas.microsoft.com/office/drawing/2014/main" id="{7B013918-83F3-90AC-B435-010DE544FB0E}"/>
              </a:ext>
            </a:extLst>
          </p:cNvPr>
          <p:cNvSpPr/>
          <p:nvPr/>
        </p:nvSpPr>
        <p:spPr>
          <a:xfrm>
            <a:off x="284673" y="1971040"/>
            <a:ext cx="3712545" cy="60071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14" name="Graphic 13" descr="Checkmark with solid fill">
            <a:extLst>
              <a:ext uri="{FF2B5EF4-FFF2-40B4-BE49-F238E27FC236}">
                <a16:creationId xmlns:a16="http://schemas.microsoft.com/office/drawing/2014/main" id="{76089804-9873-AADE-256E-19423C482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1889" y="2111531"/>
            <a:ext cx="319728" cy="319728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04288211-149B-318C-D4D0-C4CFA1258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1889" y="2763530"/>
            <a:ext cx="319728" cy="319728"/>
          </a:xfrm>
          <a:prstGeom prst="rect">
            <a:avLst/>
          </a:prstGeom>
        </p:spPr>
      </p:pic>
      <p:sp>
        <p:nvSpPr>
          <p:cNvPr id="9" name="kader SO 1">
            <a:extLst>
              <a:ext uri="{FF2B5EF4-FFF2-40B4-BE49-F238E27FC236}">
                <a16:creationId xmlns:a16="http://schemas.microsoft.com/office/drawing/2014/main" id="{96EEC253-1C58-06CE-ABE5-DD12D911FF6B}"/>
              </a:ext>
            </a:extLst>
          </p:cNvPr>
          <p:cNvSpPr/>
          <p:nvPr/>
        </p:nvSpPr>
        <p:spPr>
          <a:xfrm>
            <a:off x="284673" y="2668249"/>
            <a:ext cx="3712545" cy="40473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8655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uiExpand="1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23288-338F-0CF8-2B3D-2B1CD4BE4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6B134A-145F-89A0-30DA-3C01AB1BC0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0194" y="1408241"/>
            <a:ext cx="4165775" cy="2327017"/>
          </a:xfrm>
          <a:prstGeom prst="rect">
            <a:avLst/>
          </a:prstGeom>
        </p:spPr>
      </p:pic>
      <p:sp>
        <p:nvSpPr>
          <p:cNvPr id="3" name="kader SO 1">
            <a:extLst>
              <a:ext uri="{FF2B5EF4-FFF2-40B4-BE49-F238E27FC236}">
                <a16:creationId xmlns:a16="http://schemas.microsoft.com/office/drawing/2014/main" id="{E93345BF-E7D6-64FE-EB70-571B3D1CC110}"/>
              </a:ext>
            </a:extLst>
          </p:cNvPr>
          <p:cNvSpPr/>
          <p:nvPr/>
        </p:nvSpPr>
        <p:spPr>
          <a:xfrm>
            <a:off x="284673" y="1971040"/>
            <a:ext cx="3712545" cy="60071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E15A43-7B2B-425F-9384-657CA33873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1617" y="1251129"/>
            <a:ext cx="4737836" cy="2641241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B1406017-CA01-895B-F5CE-06D620629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1889" y="2111531"/>
            <a:ext cx="319728" cy="319728"/>
          </a:xfrm>
          <a:prstGeom prst="rect">
            <a:avLst/>
          </a:prstGeom>
        </p:spPr>
      </p:pic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98394D0D-00F8-262A-E3B0-672582661B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1889" y="2763530"/>
            <a:ext cx="319728" cy="319728"/>
          </a:xfrm>
          <a:prstGeom prst="rect">
            <a:avLst/>
          </a:prstGeom>
        </p:spPr>
      </p:pic>
      <p:sp>
        <p:nvSpPr>
          <p:cNvPr id="6" name="kader SO 1">
            <a:extLst>
              <a:ext uri="{FF2B5EF4-FFF2-40B4-BE49-F238E27FC236}">
                <a16:creationId xmlns:a16="http://schemas.microsoft.com/office/drawing/2014/main" id="{E4D14D7F-5500-D61A-42E0-1DC0057DC53E}"/>
              </a:ext>
            </a:extLst>
          </p:cNvPr>
          <p:cNvSpPr/>
          <p:nvPr/>
        </p:nvSpPr>
        <p:spPr>
          <a:xfrm>
            <a:off x="284673" y="2668249"/>
            <a:ext cx="3712545" cy="40473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sp>
        <p:nvSpPr>
          <p:cNvPr id="4" name="kader SO 1">
            <a:extLst>
              <a:ext uri="{FF2B5EF4-FFF2-40B4-BE49-F238E27FC236}">
                <a16:creationId xmlns:a16="http://schemas.microsoft.com/office/drawing/2014/main" id="{F75C10B6-EEAC-F638-5C34-B48BD6A6D61B}"/>
              </a:ext>
            </a:extLst>
          </p:cNvPr>
          <p:cNvSpPr/>
          <p:nvPr/>
        </p:nvSpPr>
        <p:spPr>
          <a:xfrm>
            <a:off x="284673" y="3134549"/>
            <a:ext cx="3712545" cy="40473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7846F941-004D-2595-B141-0185BCAE8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1889" y="3177053"/>
            <a:ext cx="319728" cy="3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02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419003" cy="4735689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685800" y="1726408"/>
            <a:ext cx="7772400" cy="845342"/>
          </a:xfrm>
        </p:spPr>
        <p:txBody>
          <a:bodyPr/>
          <a:lstStyle/>
          <a:p>
            <a:r>
              <a:rPr lang="nl-BE" sz="3600" dirty="0" err="1"/>
              <a:t>Use</a:t>
            </a:r>
            <a:r>
              <a:rPr lang="nl-BE" sz="3600" dirty="0"/>
              <a:t> case 3: Kies een personage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DB69ECC-9BD4-C857-98F0-84C23FE18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56143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19A26C-1E64-3073-F40A-D3FC5FBC3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9877" y="1908597"/>
            <a:ext cx="2673445" cy="1326306"/>
          </a:xfrm>
          <a:prstGeom prst="rect">
            <a:avLst/>
          </a:prstGeom>
        </p:spPr>
      </p:pic>
      <p:grpSp>
        <p:nvGrpSpPr>
          <p:cNvPr id="11" name="Stap 1">
            <a:extLst>
              <a:ext uri="{FF2B5EF4-FFF2-40B4-BE49-F238E27FC236}">
                <a16:creationId xmlns:a16="http://schemas.microsoft.com/office/drawing/2014/main" id="{CBB5CF22-2C0A-4B92-01D8-921CC38F68C1}"/>
              </a:ext>
            </a:extLst>
          </p:cNvPr>
          <p:cNvGrpSpPr/>
          <p:nvPr/>
        </p:nvGrpSpPr>
        <p:grpSpPr>
          <a:xfrm>
            <a:off x="2586251" y="174829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160F24-FB6E-1661-43D7-CB0E44119576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848BBDA-51B0-7E07-26C9-7E3B270846ED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5E2B67CD-82B4-94A5-5706-161342548873}"/>
              </a:ext>
            </a:extLst>
          </p:cNvPr>
          <p:cNvGrpSpPr/>
          <p:nvPr/>
        </p:nvGrpSpPr>
        <p:grpSpPr>
          <a:xfrm>
            <a:off x="4662973" y="-16318"/>
            <a:ext cx="2201738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2433BB-7DB0-AA80-51CC-AF9EA197725B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AE915494-1B2A-E7AF-01CF-2F170DC20960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dirty="0"/>
                <a:t>methode +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1830235E-D6C1-7093-6A75-1BCF0C11E014}"/>
              </a:ext>
            </a:extLst>
          </p:cNvPr>
          <p:cNvGrpSpPr/>
          <p:nvPr/>
        </p:nvGrpSpPr>
        <p:grpSpPr>
          <a:xfrm>
            <a:off x="6881434" y="-7377"/>
            <a:ext cx="2158365" cy="5073285"/>
            <a:chOff x="-21536" y="-96801"/>
            <a:chExt cx="2390382" cy="5219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9BD7FCC-33BA-5723-72C6-DBC3EC12D09C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A15F4140-9B25-7516-F463-194BCE20133E}"/>
                </a:ext>
              </a:extLst>
            </p:cNvPr>
            <p:cNvSpPr txBox="1"/>
            <p:nvPr/>
          </p:nvSpPr>
          <p:spPr>
            <a:xfrm>
              <a:off x="-21536" y="-96801"/>
              <a:ext cx="2286000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dirty="0"/>
                <a:t>Stap 3:</a:t>
              </a:r>
            </a:p>
            <a:p>
              <a:r>
                <a:rPr lang="nl-BE" dirty="0"/>
                <a:t>CREATOR + EXPERT</a:t>
              </a:r>
              <a:br>
                <a:rPr lang="nl-BE" dirty="0"/>
              </a:br>
              <a:r>
                <a:rPr lang="nl-BE" dirty="0"/>
                <a:t>nota’s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5059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59AE7-D529-AF4B-4912-1A973643A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1FD692-0F45-E56F-E449-DF70CFC703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140" y="1346154"/>
            <a:ext cx="4115314" cy="2041623"/>
          </a:xfrm>
          <a:prstGeom prst="rect">
            <a:avLst/>
          </a:prstGeom>
        </p:spPr>
      </p:pic>
      <p:grpSp>
        <p:nvGrpSpPr>
          <p:cNvPr id="11" name="Stap 1">
            <a:extLst>
              <a:ext uri="{FF2B5EF4-FFF2-40B4-BE49-F238E27FC236}">
                <a16:creationId xmlns:a16="http://schemas.microsoft.com/office/drawing/2014/main" id="{D0403C5B-BC39-5B60-B28D-AC84562D9CAB}"/>
              </a:ext>
            </a:extLst>
          </p:cNvPr>
          <p:cNvGrpSpPr/>
          <p:nvPr/>
        </p:nvGrpSpPr>
        <p:grpSpPr>
          <a:xfrm>
            <a:off x="446545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F9DDFE2-C8D3-3BF7-34DA-6F4BD9F6BB70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D33CE469-365E-738C-AF08-9EA8C346DDAC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sp>
        <p:nvSpPr>
          <p:cNvPr id="3" name="kader SO 1">
            <a:extLst>
              <a:ext uri="{FF2B5EF4-FFF2-40B4-BE49-F238E27FC236}">
                <a16:creationId xmlns:a16="http://schemas.microsoft.com/office/drawing/2014/main" id="{75B8D90B-34E8-E396-5501-FCFFDFD8A18C}"/>
              </a:ext>
            </a:extLst>
          </p:cNvPr>
          <p:cNvSpPr/>
          <p:nvPr/>
        </p:nvSpPr>
        <p:spPr>
          <a:xfrm>
            <a:off x="284673" y="1861606"/>
            <a:ext cx="3712545" cy="5742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cxnSp>
        <p:nvCxnSpPr>
          <p:cNvPr id="4" name="start: pijl ssd-&gt;1">
            <a:extLst>
              <a:ext uri="{FF2B5EF4-FFF2-40B4-BE49-F238E27FC236}">
                <a16:creationId xmlns:a16="http://schemas.microsoft.com/office/drawing/2014/main" id="{3828E84B-A21B-3913-924D-636C0FA30B76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3997218" y="2148754"/>
            <a:ext cx="615218" cy="6433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tart: stap 1">
            <a:extLst>
              <a:ext uri="{FF2B5EF4-FFF2-40B4-BE49-F238E27FC236}">
                <a16:creationId xmlns:a16="http://schemas.microsoft.com/office/drawing/2014/main" id="{BC990405-A74D-7CD8-D296-B51DAFC94F4E}"/>
              </a:ext>
            </a:extLst>
          </p:cNvPr>
          <p:cNvSpPr txBox="1"/>
          <p:nvPr/>
        </p:nvSpPr>
        <p:spPr>
          <a:xfrm>
            <a:off x="4612436" y="1776785"/>
            <a:ext cx="1859864" cy="20307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Wel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OC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Tussentoestand?</a:t>
            </a:r>
          </a:p>
          <a:p>
            <a:pPr marL="358775" lvl="1" indent="-1762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Nee (alleen input/output)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Geen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3801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uiExpand="1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EC327-4DCD-A5E9-F4D6-43A1D3390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1B00CB7-CCA8-C031-65C3-669F7D0E0E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140" y="1346154"/>
            <a:ext cx="4115314" cy="2041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BF5E54-2CFC-4EED-38E1-520D7D4FB5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1617" y="1251129"/>
            <a:ext cx="4737835" cy="2641241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75874247-3E2E-603E-221B-8BB11CC925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0751" y="1988890"/>
            <a:ext cx="319728" cy="319728"/>
          </a:xfrm>
          <a:prstGeom prst="rect">
            <a:avLst/>
          </a:prstGeom>
        </p:spPr>
      </p:pic>
      <p:sp>
        <p:nvSpPr>
          <p:cNvPr id="10" name="kader SO 1">
            <a:extLst>
              <a:ext uri="{FF2B5EF4-FFF2-40B4-BE49-F238E27FC236}">
                <a16:creationId xmlns:a16="http://schemas.microsoft.com/office/drawing/2014/main" id="{A0B22FB1-162A-187F-7A59-50492C8FD8EE}"/>
              </a:ext>
            </a:extLst>
          </p:cNvPr>
          <p:cNvSpPr/>
          <p:nvPr/>
        </p:nvSpPr>
        <p:spPr>
          <a:xfrm>
            <a:off x="284673" y="1861606"/>
            <a:ext cx="3712545" cy="57429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07468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D09D-1609-0A43-DFCF-4FE9F5F6B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2673FF-67EF-585A-46E7-7461E56FE0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140" y="1346154"/>
            <a:ext cx="4115314" cy="2041623"/>
          </a:xfrm>
          <a:prstGeom prst="rect">
            <a:avLst/>
          </a:prstGeom>
        </p:spPr>
      </p:pic>
      <p:grpSp>
        <p:nvGrpSpPr>
          <p:cNvPr id="11" name="Stap 1">
            <a:extLst>
              <a:ext uri="{FF2B5EF4-FFF2-40B4-BE49-F238E27FC236}">
                <a16:creationId xmlns:a16="http://schemas.microsoft.com/office/drawing/2014/main" id="{4960B4B7-D5EB-8A60-1FCE-00C7D7657194}"/>
              </a:ext>
            </a:extLst>
          </p:cNvPr>
          <p:cNvGrpSpPr/>
          <p:nvPr/>
        </p:nvGrpSpPr>
        <p:grpSpPr>
          <a:xfrm>
            <a:off x="446545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FF24E3A-D6C8-8EF3-F4AC-6AFC63BF9A76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C4072934-2B4C-8EDC-21D5-7E4555DFF58E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sp>
        <p:nvSpPr>
          <p:cNvPr id="3" name="kader SO 1">
            <a:extLst>
              <a:ext uri="{FF2B5EF4-FFF2-40B4-BE49-F238E27FC236}">
                <a16:creationId xmlns:a16="http://schemas.microsoft.com/office/drawing/2014/main" id="{E1FED0EC-E132-6361-B553-936294FEAFC5}"/>
              </a:ext>
            </a:extLst>
          </p:cNvPr>
          <p:cNvSpPr/>
          <p:nvPr/>
        </p:nvSpPr>
        <p:spPr>
          <a:xfrm>
            <a:off x="284673" y="2571750"/>
            <a:ext cx="3712545" cy="5742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cxnSp>
        <p:nvCxnSpPr>
          <p:cNvPr id="4" name="start: pijl ssd-&gt;1">
            <a:extLst>
              <a:ext uri="{FF2B5EF4-FFF2-40B4-BE49-F238E27FC236}">
                <a16:creationId xmlns:a16="http://schemas.microsoft.com/office/drawing/2014/main" id="{45D69B0E-29BC-A956-D7C7-BC21E076F46A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3997218" y="2858898"/>
            <a:ext cx="61521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tart: stap 1">
            <a:extLst>
              <a:ext uri="{FF2B5EF4-FFF2-40B4-BE49-F238E27FC236}">
                <a16:creationId xmlns:a16="http://schemas.microsoft.com/office/drawing/2014/main" id="{9E2687F7-A54C-33E0-1214-02774C442DF8}"/>
              </a:ext>
            </a:extLst>
          </p:cNvPr>
          <p:cNvSpPr txBox="1"/>
          <p:nvPr/>
        </p:nvSpPr>
        <p:spPr>
          <a:xfrm>
            <a:off x="4612436" y="1753598"/>
            <a:ext cx="1859864" cy="22105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Wel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OC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Tussentoestand?</a:t>
            </a:r>
          </a:p>
          <a:p>
            <a:pPr marL="358775" lvl="1" indent="-1762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Ja (personage bijhouden om details te kunnen tonen)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Ook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7" name="kader SO 1">
            <a:extLst>
              <a:ext uri="{FF2B5EF4-FFF2-40B4-BE49-F238E27FC236}">
                <a16:creationId xmlns:a16="http://schemas.microsoft.com/office/drawing/2014/main" id="{A6878CCB-A2B6-BCE8-D03A-8AF6EC08FD77}"/>
              </a:ext>
            </a:extLst>
          </p:cNvPr>
          <p:cNvSpPr/>
          <p:nvPr/>
        </p:nvSpPr>
        <p:spPr>
          <a:xfrm>
            <a:off x="284673" y="1861606"/>
            <a:ext cx="3712545" cy="57429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5240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uiExpand="1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67D8A-B69B-F9E5-A1E5-DF2D1E89C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89185D-56BB-78EE-8214-03CAEDB583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140" y="1346154"/>
            <a:ext cx="4115314" cy="2041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982742-69E6-A8A0-94DE-AEF666B46D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1617" y="1251129"/>
            <a:ext cx="4737835" cy="2641240"/>
          </a:xfrm>
          <a:prstGeom prst="rect">
            <a:avLst/>
          </a:prstGeom>
        </p:spPr>
      </p:pic>
      <p:sp>
        <p:nvSpPr>
          <p:cNvPr id="10" name="kader SO 1">
            <a:extLst>
              <a:ext uri="{FF2B5EF4-FFF2-40B4-BE49-F238E27FC236}">
                <a16:creationId xmlns:a16="http://schemas.microsoft.com/office/drawing/2014/main" id="{B8456257-CF11-CC18-32D4-44655CAF7DB3}"/>
              </a:ext>
            </a:extLst>
          </p:cNvPr>
          <p:cNvSpPr/>
          <p:nvPr/>
        </p:nvSpPr>
        <p:spPr>
          <a:xfrm>
            <a:off x="284673" y="1861606"/>
            <a:ext cx="3712545" cy="57429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sp>
        <p:nvSpPr>
          <p:cNvPr id="2" name="kader SO 1">
            <a:extLst>
              <a:ext uri="{FF2B5EF4-FFF2-40B4-BE49-F238E27FC236}">
                <a16:creationId xmlns:a16="http://schemas.microsoft.com/office/drawing/2014/main" id="{3B3089DE-CF0D-1F2C-AA15-335154B1A7D0}"/>
              </a:ext>
            </a:extLst>
          </p:cNvPr>
          <p:cNvSpPr/>
          <p:nvPr/>
        </p:nvSpPr>
        <p:spPr>
          <a:xfrm>
            <a:off x="284673" y="2571750"/>
            <a:ext cx="3712545" cy="574296"/>
          </a:xfrm>
          <a:prstGeom prst="roundRect">
            <a:avLst/>
          </a:prstGeom>
          <a:noFill/>
          <a:ln w="38100">
            <a:solidFill>
              <a:srgbClr val="F5A54D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sp>
        <p:nvSpPr>
          <p:cNvPr id="3" name="start: stap 1">
            <a:extLst>
              <a:ext uri="{FF2B5EF4-FFF2-40B4-BE49-F238E27FC236}">
                <a16:creationId xmlns:a16="http://schemas.microsoft.com/office/drawing/2014/main" id="{DA135B8A-99DB-550E-1298-0CAB83EDE746}"/>
              </a:ext>
            </a:extLst>
          </p:cNvPr>
          <p:cNvSpPr txBox="1"/>
          <p:nvPr/>
        </p:nvSpPr>
        <p:spPr>
          <a:xfrm>
            <a:off x="1211013" y="3294423"/>
            <a:ext cx="1859864" cy="458403"/>
          </a:xfrm>
          <a:prstGeom prst="rect">
            <a:avLst/>
          </a:prstGeom>
          <a:noFill/>
          <a:ln w="19050">
            <a:solidFill>
              <a:srgbClr val="FF993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</a:t>
            </a:r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7CFD8A1F-252C-C718-EE65-D8998B812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9457" y="3523624"/>
            <a:ext cx="191624" cy="191624"/>
          </a:xfrm>
          <a:prstGeom prst="rect">
            <a:avLst/>
          </a:prstGeom>
        </p:spPr>
      </p:pic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11C084F2-1D08-37ED-66E4-46ADF5F5D94F}"/>
              </a:ext>
            </a:extLst>
          </p:cNvPr>
          <p:cNvSpPr/>
          <p:nvPr/>
        </p:nvSpPr>
        <p:spPr>
          <a:xfrm>
            <a:off x="1990768" y="3289734"/>
            <a:ext cx="198476" cy="24642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E6B89617-0617-7E56-0D71-C6603DD0FD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0751" y="1988890"/>
            <a:ext cx="319728" cy="3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3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B5AD8-FD02-A968-B45F-6185171D8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3D1CC0B-A866-95B5-1709-7896FD9ABE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140" y="1346154"/>
            <a:ext cx="4115314" cy="2041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7E8FBF-660D-BF88-81E4-1723147202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1617" y="1251129"/>
            <a:ext cx="4737834" cy="2641240"/>
          </a:xfrm>
          <a:prstGeom prst="rect">
            <a:avLst/>
          </a:prstGeom>
        </p:spPr>
      </p:pic>
      <p:sp>
        <p:nvSpPr>
          <p:cNvPr id="10" name="kader SO 1">
            <a:extLst>
              <a:ext uri="{FF2B5EF4-FFF2-40B4-BE49-F238E27FC236}">
                <a16:creationId xmlns:a16="http://schemas.microsoft.com/office/drawing/2014/main" id="{B051A6E4-016B-6304-6DDC-669AFA29A1E2}"/>
              </a:ext>
            </a:extLst>
          </p:cNvPr>
          <p:cNvSpPr/>
          <p:nvPr/>
        </p:nvSpPr>
        <p:spPr>
          <a:xfrm>
            <a:off x="284673" y="1861606"/>
            <a:ext cx="3712545" cy="57429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sp>
        <p:nvSpPr>
          <p:cNvPr id="2" name="kader SO 1">
            <a:extLst>
              <a:ext uri="{FF2B5EF4-FFF2-40B4-BE49-F238E27FC236}">
                <a16:creationId xmlns:a16="http://schemas.microsoft.com/office/drawing/2014/main" id="{5AF856B5-E455-7EEE-3AF8-CE8A65442479}"/>
              </a:ext>
            </a:extLst>
          </p:cNvPr>
          <p:cNvSpPr/>
          <p:nvPr/>
        </p:nvSpPr>
        <p:spPr>
          <a:xfrm>
            <a:off x="284673" y="2571750"/>
            <a:ext cx="3712545" cy="57429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sp>
        <p:nvSpPr>
          <p:cNvPr id="3" name="start: stap 1">
            <a:extLst>
              <a:ext uri="{FF2B5EF4-FFF2-40B4-BE49-F238E27FC236}">
                <a16:creationId xmlns:a16="http://schemas.microsoft.com/office/drawing/2014/main" id="{A7D34F51-1605-95BC-16D2-56D40EA1F3E8}"/>
              </a:ext>
            </a:extLst>
          </p:cNvPr>
          <p:cNvSpPr txBox="1"/>
          <p:nvPr/>
        </p:nvSpPr>
        <p:spPr>
          <a:xfrm>
            <a:off x="1211013" y="3294423"/>
            <a:ext cx="1859864" cy="45840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</a:t>
            </a:r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BBDAEFC1-1413-4F16-5E5E-FBECA63ED8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9457" y="3523624"/>
            <a:ext cx="191624" cy="191624"/>
          </a:xfrm>
          <a:prstGeom prst="rect">
            <a:avLst/>
          </a:prstGeom>
        </p:spPr>
      </p:pic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915D8EC3-2E06-CEE9-BD03-4F904A0F1F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0751" y="1988890"/>
            <a:ext cx="319728" cy="319728"/>
          </a:xfrm>
          <a:prstGeom prst="rect">
            <a:avLst/>
          </a:prstGeom>
        </p:spPr>
      </p:pic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E572837F-45B5-845E-39D0-35D7D26085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9985" y="3317018"/>
            <a:ext cx="191624" cy="191624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E796C9C-37D2-4CE2-AFA0-A83CA030A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4728" y="2699034"/>
            <a:ext cx="319728" cy="3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1035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hogent">
      <a:dk1>
        <a:srgbClr val="000000"/>
      </a:dk1>
      <a:lt1>
        <a:srgbClr val="EF8767"/>
      </a:lt1>
      <a:dk2>
        <a:srgbClr val="000000"/>
      </a:dk2>
      <a:lt2>
        <a:srgbClr val="FFFFFF"/>
      </a:lt2>
      <a:accent1>
        <a:srgbClr val="F1C29F"/>
      </a:accent1>
      <a:accent2>
        <a:srgbClr val="ECECEC"/>
      </a:accent2>
      <a:accent3>
        <a:srgbClr val="646567"/>
      </a:accent3>
      <a:accent4>
        <a:srgbClr val="BBBDBE"/>
      </a:accent4>
      <a:accent5>
        <a:srgbClr val="EF8767"/>
      </a:accent5>
      <a:accent6>
        <a:srgbClr val="818285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GENT_template - kopie.pptx" id="{D7FA1453-3471-430B-A1AD-B8124E043D4F}" vid="{0AFD6EF6-68DC-4EAD-A60A-445247A1A2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c0f5b23-421e-4b12-976e-a91b19169f8e" xsi:nil="true"/>
    <lcf76f155ced4ddcb4097134ff3c332f xmlns="a6605698-f7af-4793-800a-c8e7c452902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CC9219CDE3643A3AB9662AE8967EF" ma:contentTypeVersion="9" ma:contentTypeDescription="Een nieuw document maken." ma:contentTypeScope="" ma:versionID="d4fee887ed0f745a573c54bef215fb6c">
  <xsd:schema xmlns:xsd="http://www.w3.org/2001/XMLSchema" xmlns:xs="http://www.w3.org/2001/XMLSchema" xmlns:p="http://schemas.microsoft.com/office/2006/metadata/properties" xmlns:ns2="a6605698-f7af-4793-800a-c8e7c4529028" xmlns:ns3="ac0f5b23-421e-4b12-976e-a91b19169f8e" targetNamespace="http://schemas.microsoft.com/office/2006/metadata/properties" ma:root="true" ma:fieldsID="41f7c8d2cffa4531964d76742ecb0fb3" ns2:_="" ns3:_="">
    <xsd:import namespace="a6605698-f7af-4793-800a-c8e7c4529028"/>
    <xsd:import namespace="ac0f5b23-421e-4b12-976e-a91b19169f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605698-f7af-4793-800a-c8e7c4529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04d6853f-ba83-42af-bfed-9e600a62ad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0f5b23-421e-4b12-976e-a91b19169f8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a6aa462-be32-4ce6-b9b4-4368c0b8d54c}" ma:internalName="TaxCatchAll" ma:showField="CatchAllData" ma:web="ac0f5b23-421e-4b12-976e-a91b19169f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72CB05-A679-46A1-87A7-FF1E5CD95C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D6FCC5-9E80-433C-A29C-24EB2379A580}">
  <ds:schemaRefs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76666a8f-3f3e-4a59-823b-46bbc3ea8fec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4ff2f1d-2822-4846-92fa-1b6a93b438d5"/>
    <ds:schemaRef ds:uri="ac0f5b23-421e-4b12-976e-a91b19169f8e"/>
    <ds:schemaRef ds:uri="a6605698-f7af-4793-800a-c8e7c4529028"/>
  </ds:schemaRefs>
</ds:datastoreItem>
</file>

<file path=customXml/itemProps3.xml><?xml version="1.0" encoding="utf-8"?>
<ds:datastoreItem xmlns:ds="http://schemas.openxmlformats.org/officeDocument/2006/customXml" ds:itemID="{BC63119D-5D86-4E57-A0C0-38E4AC1E87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605698-f7af-4793-800a-c8e7c4529028"/>
    <ds:schemaRef ds:uri="ac0f5b23-421e-4b12-976e-a91b19169f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HOGENT</Template>
  <TotalTime>4163</TotalTime>
  <Words>290</Words>
  <Application>Microsoft Office PowerPoint</Application>
  <PresentationFormat>On-screen Show (16:9)</PresentationFormat>
  <Paragraphs>94</Paragraphs>
  <Slides>21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Montserrat ExtraLight</vt:lpstr>
      <vt:lpstr>Calibri</vt:lpstr>
      <vt:lpstr>Montserrat SemiBold</vt:lpstr>
      <vt:lpstr>Wingdings</vt:lpstr>
      <vt:lpstr>Montserrat ExtraBold</vt:lpstr>
      <vt:lpstr>Montserrat</vt:lpstr>
      <vt:lpstr>Arial</vt:lpstr>
      <vt:lpstr>Kantoorthema</vt:lpstr>
      <vt:lpstr>OOSD I</vt:lpstr>
      <vt:lpstr>Use case 1: Maak een categorie</vt:lpstr>
      <vt:lpstr>PowerPoint Presentation</vt:lpstr>
      <vt:lpstr>PowerPoint Presentation</vt:lpstr>
      <vt:lpstr>PowerPoint Presentation</vt:lpstr>
      <vt:lpstr>PowerPoint Presentation</vt:lpstr>
      <vt:lpstr>Use case 2: Maak een personage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case 3: Kies een personage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Hogeschool 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stefaan.samyn@hogent.be</dc:creator>
  <cp:lastModifiedBy>Fien Spriet</cp:lastModifiedBy>
  <cp:revision>266</cp:revision>
  <cp:lastPrinted>2023-11-15T22:32:20Z</cp:lastPrinted>
  <dcterms:created xsi:type="dcterms:W3CDTF">2018-08-07T08:19:18Z</dcterms:created>
  <dcterms:modified xsi:type="dcterms:W3CDTF">2025-11-02T15:10:21Z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0x01010070124D7D894CBC4F840D1D7C2076F981</vt:lpwstr>
  </property>
</Properties>
</file>